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1" r:id="rId5"/>
    <p:sldId id="262" r:id="rId6"/>
    <p:sldId id="263" r:id="rId7"/>
    <p:sldId id="264" r:id="rId8"/>
    <p:sldId id="266" r:id="rId9"/>
    <p:sldId id="265" r:id="rId1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3A2FE87-A4D5-4E56-9C75-59637AE235AF}" v="49" dt="2026-06-13T05:54:00.56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>
        <p:scale>
          <a:sx n="75" d="100"/>
          <a:sy n="75" d="100"/>
        </p:scale>
        <p:origin x="974" y="38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舜宇 韓" userId="a46ef15999ebbec7" providerId="LiveId" clId="{9B0720BD-BD05-418B-B4D7-768716875758}"/>
    <pc:docChg chg="undo custSel addSld delSld modSld">
      <pc:chgData name="舜宇 韓" userId="a46ef15999ebbec7" providerId="LiveId" clId="{9B0720BD-BD05-418B-B4D7-768716875758}" dt="2026-06-13T05:54:00.560" v="1947"/>
      <pc:docMkLst>
        <pc:docMk/>
      </pc:docMkLst>
      <pc:sldChg chg="addSp delSp modSp mod">
        <pc:chgData name="舜宇 韓" userId="a46ef15999ebbec7" providerId="LiveId" clId="{9B0720BD-BD05-418B-B4D7-768716875758}" dt="2026-06-13T04:18:21.453" v="119" actId="207"/>
        <pc:sldMkLst>
          <pc:docMk/>
          <pc:sldMk cId="2357313796" sldId="256"/>
        </pc:sldMkLst>
        <pc:spChg chg="mod">
          <ac:chgData name="舜宇 韓" userId="a46ef15999ebbec7" providerId="LiveId" clId="{9B0720BD-BD05-418B-B4D7-768716875758}" dt="2026-06-13T04:18:21.453" v="119" actId="207"/>
          <ac:spMkLst>
            <pc:docMk/>
            <pc:sldMk cId="2357313796" sldId="256"/>
            <ac:spMk id="14" creationId="{A39AC39B-B7FC-DAF3-CE05-FAE3E37CBBF2}"/>
          </ac:spMkLst>
        </pc:spChg>
        <pc:spChg chg="add mod">
          <ac:chgData name="舜宇 韓" userId="a46ef15999ebbec7" providerId="LiveId" clId="{9B0720BD-BD05-418B-B4D7-768716875758}" dt="2026-06-13T04:16:42.116" v="25" actId="1076"/>
          <ac:spMkLst>
            <pc:docMk/>
            <pc:sldMk cId="2357313796" sldId="256"/>
            <ac:spMk id="22" creationId="{EC13616F-DDFE-682C-D544-E88CD973A8CE}"/>
          </ac:spMkLst>
        </pc:spChg>
        <pc:picChg chg="add del mod">
          <ac:chgData name="舜宇 韓" userId="a46ef15999ebbec7" providerId="LiveId" clId="{9B0720BD-BD05-418B-B4D7-768716875758}" dt="2026-06-13T04:18:04.574" v="78" actId="478"/>
          <ac:picMkLst>
            <pc:docMk/>
            <pc:sldMk cId="2357313796" sldId="256"/>
            <ac:picMk id="21" creationId="{6B180A13-AA5B-2B84-3B4C-3911A286036C}"/>
          </ac:picMkLst>
        </pc:picChg>
        <pc:picChg chg="add del mod">
          <ac:chgData name="舜宇 韓" userId="a46ef15999ebbec7" providerId="LiveId" clId="{9B0720BD-BD05-418B-B4D7-768716875758}" dt="2026-06-13T04:17:04.689" v="29" actId="478"/>
          <ac:picMkLst>
            <pc:docMk/>
            <pc:sldMk cId="2357313796" sldId="256"/>
            <ac:picMk id="24" creationId="{AC5BF7E1-EE88-0F9F-8859-BACD77CBFB6C}"/>
          </ac:picMkLst>
        </pc:picChg>
        <pc:picChg chg="add del mod">
          <ac:chgData name="舜宇 韓" userId="a46ef15999ebbec7" providerId="LiveId" clId="{9B0720BD-BD05-418B-B4D7-768716875758}" dt="2026-06-13T04:18:05.907" v="79" actId="478"/>
          <ac:picMkLst>
            <pc:docMk/>
            <pc:sldMk cId="2357313796" sldId="256"/>
            <ac:picMk id="25" creationId="{20F2BC4A-13CA-BC2C-9F34-4BF5A1E6379D}"/>
          </ac:picMkLst>
        </pc:picChg>
      </pc:sldChg>
      <pc:sldChg chg="addSp delSp modSp del mod">
        <pc:chgData name="舜宇 韓" userId="a46ef15999ebbec7" providerId="LiveId" clId="{9B0720BD-BD05-418B-B4D7-768716875758}" dt="2026-06-13T04:18:31.274" v="122" actId="47"/>
        <pc:sldMkLst>
          <pc:docMk/>
          <pc:sldMk cId="2092628414" sldId="257"/>
        </pc:sldMkLst>
        <pc:spChg chg="add del mod">
          <ac:chgData name="舜宇 韓" userId="a46ef15999ebbec7" providerId="LiveId" clId="{9B0720BD-BD05-418B-B4D7-768716875758}" dt="2026-06-13T04:17:52.679" v="73"/>
          <ac:spMkLst>
            <pc:docMk/>
            <pc:sldMk cId="2092628414" sldId="257"/>
            <ac:spMk id="9" creationId="{0B2D449F-4EED-2A9B-498D-015F682647E4}"/>
          </ac:spMkLst>
        </pc:spChg>
        <pc:picChg chg="del">
          <ac:chgData name="舜宇 韓" userId="a46ef15999ebbec7" providerId="LiveId" clId="{9B0720BD-BD05-418B-B4D7-768716875758}" dt="2026-06-13T04:14:10.272" v="0" actId="478"/>
          <ac:picMkLst>
            <pc:docMk/>
            <pc:sldMk cId="2092628414" sldId="257"/>
            <ac:picMk id="7" creationId="{0D7EA8A2-D951-3112-3F0A-48BBE1446A2D}"/>
          </ac:picMkLst>
        </pc:picChg>
        <pc:picChg chg="add del mod ord">
          <ac:chgData name="舜宇 韓" userId="a46ef15999ebbec7" providerId="LiveId" clId="{9B0720BD-BD05-418B-B4D7-768716875758}" dt="2026-06-13T04:17:52.679" v="73"/>
          <ac:picMkLst>
            <pc:docMk/>
            <pc:sldMk cId="2092628414" sldId="257"/>
            <ac:picMk id="8" creationId="{8C6CD534-705B-1EC1-2D26-F2A6D66A5531}"/>
          </ac:picMkLst>
        </pc:picChg>
        <pc:picChg chg="mod">
          <ac:chgData name="舜宇 韓" userId="a46ef15999ebbec7" providerId="LiveId" clId="{9B0720BD-BD05-418B-B4D7-768716875758}" dt="2026-06-13T04:17:32.201" v="65"/>
          <ac:picMkLst>
            <pc:docMk/>
            <pc:sldMk cId="2092628414" sldId="257"/>
            <ac:picMk id="10" creationId="{382DEF2C-C712-3EF1-D059-BD9071CC4E60}"/>
          </ac:picMkLst>
        </pc:picChg>
        <pc:picChg chg="mod">
          <ac:chgData name="舜宇 韓" userId="a46ef15999ebbec7" providerId="LiveId" clId="{9B0720BD-BD05-418B-B4D7-768716875758}" dt="2026-06-13T04:17:47.498" v="71"/>
          <ac:picMkLst>
            <pc:docMk/>
            <pc:sldMk cId="2092628414" sldId="257"/>
            <ac:picMk id="11" creationId="{10D1C684-F6B3-6C02-85E7-3088B96B822A}"/>
          </ac:picMkLst>
        </pc:picChg>
        <pc:picChg chg="del mod">
          <ac:chgData name="舜宇 韓" userId="a46ef15999ebbec7" providerId="LiveId" clId="{9B0720BD-BD05-418B-B4D7-768716875758}" dt="2026-06-13T04:18:27.224" v="120" actId="478"/>
          <ac:picMkLst>
            <pc:docMk/>
            <pc:sldMk cId="2092628414" sldId="257"/>
            <ac:picMk id="12" creationId="{4E907699-3151-88B7-49CA-124FC3B88953}"/>
          </ac:picMkLst>
        </pc:picChg>
      </pc:sldChg>
      <pc:sldChg chg="modSp new mod">
        <pc:chgData name="舜宇 韓" userId="a46ef15999ebbec7" providerId="LiveId" clId="{9B0720BD-BD05-418B-B4D7-768716875758}" dt="2026-06-13T04:27:36.089" v="798" actId="27636"/>
        <pc:sldMkLst>
          <pc:docMk/>
          <pc:sldMk cId="952575073" sldId="258"/>
        </pc:sldMkLst>
        <pc:spChg chg="mod">
          <ac:chgData name="舜宇 韓" userId="a46ef15999ebbec7" providerId="LiveId" clId="{9B0720BD-BD05-418B-B4D7-768716875758}" dt="2026-06-13T04:27:36.089" v="798" actId="27636"/>
          <ac:spMkLst>
            <pc:docMk/>
            <pc:sldMk cId="952575073" sldId="258"/>
            <ac:spMk id="2" creationId="{2A2E5C4E-6FF0-93A1-6CD2-930DCA12D63B}"/>
          </ac:spMkLst>
        </pc:spChg>
        <pc:spChg chg="mod">
          <ac:chgData name="舜宇 韓" userId="a46ef15999ebbec7" providerId="LiveId" clId="{9B0720BD-BD05-418B-B4D7-768716875758}" dt="2026-06-13T04:23:43.134" v="616" actId="20577"/>
          <ac:spMkLst>
            <pc:docMk/>
            <pc:sldMk cId="952575073" sldId="258"/>
            <ac:spMk id="3" creationId="{7D72911C-073C-C159-A6A8-063C3AE73C5B}"/>
          </ac:spMkLst>
        </pc:spChg>
      </pc:sldChg>
      <pc:sldChg chg="addSp modSp add mod">
        <pc:chgData name="舜宇 韓" userId="a46ef15999ebbec7" providerId="LiveId" clId="{9B0720BD-BD05-418B-B4D7-768716875758}" dt="2026-06-13T04:30:13.075" v="871" actId="20577"/>
        <pc:sldMkLst>
          <pc:docMk/>
          <pc:sldMk cId="3979872154" sldId="259"/>
        </pc:sldMkLst>
        <pc:spChg chg="mod">
          <ac:chgData name="舜宇 韓" userId="a46ef15999ebbec7" providerId="LiveId" clId="{9B0720BD-BD05-418B-B4D7-768716875758}" dt="2026-06-13T04:27:28.604" v="795" actId="27636"/>
          <ac:spMkLst>
            <pc:docMk/>
            <pc:sldMk cId="3979872154" sldId="259"/>
            <ac:spMk id="2" creationId="{14678649-17D7-F020-F30B-4042C9D587E4}"/>
          </ac:spMkLst>
        </pc:spChg>
        <pc:spChg chg="mod">
          <ac:chgData name="舜宇 韓" userId="a46ef15999ebbec7" providerId="LiveId" clId="{9B0720BD-BD05-418B-B4D7-768716875758}" dt="2026-06-13T04:29:28.086" v="834" actId="5793"/>
          <ac:spMkLst>
            <pc:docMk/>
            <pc:sldMk cId="3979872154" sldId="259"/>
            <ac:spMk id="3" creationId="{ADB6258B-1AD7-1827-3724-46E201748410}"/>
          </ac:spMkLst>
        </pc:spChg>
        <pc:spChg chg="add mod">
          <ac:chgData name="舜宇 韓" userId="a46ef15999ebbec7" providerId="LiveId" clId="{9B0720BD-BD05-418B-B4D7-768716875758}" dt="2026-06-13T04:27:28.613" v="796" actId="27636"/>
          <ac:spMkLst>
            <pc:docMk/>
            <pc:sldMk cId="3979872154" sldId="259"/>
            <ac:spMk id="4" creationId="{75F3AFC4-0FC2-AF1A-46E3-57D6853EBA07}"/>
          </ac:spMkLst>
        </pc:spChg>
        <pc:spChg chg="add mod">
          <ac:chgData name="舜宇 韓" userId="a46ef15999ebbec7" providerId="LiveId" clId="{9B0720BD-BD05-418B-B4D7-768716875758}" dt="2026-06-13T04:30:13.075" v="871" actId="20577"/>
          <ac:spMkLst>
            <pc:docMk/>
            <pc:sldMk cId="3979872154" sldId="259"/>
            <ac:spMk id="6" creationId="{A1D29E64-855A-F9FF-88DB-77A90F78DCF5}"/>
          </ac:spMkLst>
        </pc:spChg>
      </pc:sldChg>
      <pc:sldChg chg="addSp delSp modSp add del mod">
        <pc:chgData name="舜宇 韓" userId="a46ef15999ebbec7" providerId="LiveId" clId="{9B0720BD-BD05-418B-B4D7-768716875758}" dt="2026-06-13T04:35:15.965" v="1067" actId="47"/>
        <pc:sldMkLst>
          <pc:docMk/>
          <pc:sldMk cId="3643917292" sldId="260"/>
        </pc:sldMkLst>
        <pc:spChg chg="del">
          <ac:chgData name="舜宇 韓" userId="a46ef15999ebbec7" providerId="LiveId" clId="{9B0720BD-BD05-418B-B4D7-768716875758}" dt="2026-06-13T04:32:07.599" v="933" actId="478"/>
          <ac:spMkLst>
            <pc:docMk/>
            <pc:sldMk cId="3643917292" sldId="260"/>
            <ac:spMk id="2" creationId="{834C5B00-5189-E168-4F08-02D933D54D71}"/>
          </ac:spMkLst>
        </pc:spChg>
        <pc:spChg chg="del mod">
          <ac:chgData name="舜宇 韓" userId="a46ef15999ebbec7" providerId="LiveId" clId="{9B0720BD-BD05-418B-B4D7-768716875758}" dt="2026-06-13T04:32:07.599" v="933" actId="478"/>
          <ac:spMkLst>
            <pc:docMk/>
            <pc:sldMk cId="3643917292" sldId="260"/>
            <ac:spMk id="3" creationId="{87707C53-55CC-1ADD-B3D2-ED4DA914AA51}"/>
          </ac:spMkLst>
        </pc:spChg>
        <pc:spChg chg="mod">
          <ac:chgData name="舜宇 韓" userId="a46ef15999ebbec7" providerId="LiveId" clId="{9B0720BD-BD05-418B-B4D7-768716875758}" dt="2026-06-13T04:32:17.283" v="937" actId="14100"/>
          <ac:spMkLst>
            <pc:docMk/>
            <pc:sldMk cId="3643917292" sldId="260"/>
            <ac:spMk id="4" creationId="{38F78258-59AD-163F-796A-B7D91BE975AD}"/>
          </ac:spMkLst>
        </pc:spChg>
        <pc:spChg chg="del mod">
          <ac:chgData name="舜宇 韓" userId="a46ef15999ebbec7" providerId="LiveId" clId="{9B0720BD-BD05-418B-B4D7-768716875758}" dt="2026-06-13T04:30:41.682" v="874" actId="478"/>
          <ac:spMkLst>
            <pc:docMk/>
            <pc:sldMk cId="3643917292" sldId="260"/>
            <ac:spMk id="6" creationId="{9A632C91-2A27-87EE-1ADE-90E0E0C338E5}"/>
          </ac:spMkLst>
        </pc:spChg>
        <pc:spChg chg="add del mod">
          <ac:chgData name="舜宇 韓" userId="a46ef15999ebbec7" providerId="LiveId" clId="{9B0720BD-BD05-418B-B4D7-768716875758}" dt="2026-06-13T04:32:11.397" v="935" actId="478"/>
          <ac:spMkLst>
            <pc:docMk/>
            <pc:sldMk cId="3643917292" sldId="260"/>
            <ac:spMk id="9" creationId="{8B13F794-0837-8761-B919-7C409096CF1F}"/>
          </ac:spMkLst>
        </pc:spChg>
        <pc:spChg chg="add del mod">
          <ac:chgData name="舜宇 韓" userId="a46ef15999ebbec7" providerId="LiveId" clId="{9B0720BD-BD05-418B-B4D7-768716875758}" dt="2026-06-13T04:32:09.528" v="934" actId="478"/>
          <ac:spMkLst>
            <pc:docMk/>
            <pc:sldMk cId="3643917292" sldId="260"/>
            <ac:spMk id="11" creationId="{FB5D01AD-6687-EB77-55B2-52BAAF1EBCD7}"/>
          </ac:spMkLst>
        </pc:spChg>
        <pc:spChg chg="add mod">
          <ac:chgData name="舜宇 韓" userId="a46ef15999ebbec7" providerId="LiveId" clId="{9B0720BD-BD05-418B-B4D7-768716875758}" dt="2026-06-13T04:33:10.174" v="1008" actId="1076"/>
          <ac:spMkLst>
            <pc:docMk/>
            <pc:sldMk cId="3643917292" sldId="260"/>
            <ac:spMk id="12" creationId="{BC69D388-303F-8C30-4106-7870E01637A3}"/>
          </ac:spMkLst>
        </pc:spChg>
        <pc:spChg chg="add mod">
          <ac:chgData name="舜宇 韓" userId="a46ef15999ebbec7" providerId="LiveId" clId="{9B0720BD-BD05-418B-B4D7-768716875758}" dt="2026-06-13T04:33:45.297" v="1043" actId="20577"/>
          <ac:spMkLst>
            <pc:docMk/>
            <pc:sldMk cId="3643917292" sldId="260"/>
            <ac:spMk id="15" creationId="{FE973FD7-E8F6-471B-0D4C-DAF33B6E9179}"/>
          </ac:spMkLst>
        </pc:spChg>
        <pc:graphicFrameChg chg="add mod">
          <ac:chgData name="舜宇 韓" userId="a46ef15999ebbec7" providerId="LiveId" clId="{9B0720BD-BD05-418B-B4D7-768716875758}" dt="2026-06-13T04:30:41.998" v="875"/>
          <ac:graphicFrameMkLst>
            <pc:docMk/>
            <pc:sldMk cId="3643917292" sldId="260"/>
            <ac:graphicFrameMk id="5" creationId="{CD6D9C93-8E75-F98F-EFB0-0F599E1992B5}"/>
          </ac:graphicFrameMkLst>
        </pc:graphicFrameChg>
        <pc:graphicFrameChg chg="add mod modGraphic">
          <ac:chgData name="舜宇 韓" userId="a46ef15999ebbec7" providerId="LiveId" clId="{9B0720BD-BD05-418B-B4D7-768716875758}" dt="2026-06-13T04:32:14.770" v="936" actId="1076"/>
          <ac:graphicFrameMkLst>
            <pc:docMk/>
            <pc:sldMk cId="3643917292" sldId="260"/>
            <ac:graphicFrameMk id="7" creationId="{DE2E5C31-6B21-3F0F-913A-9649D674382A}"/>
          </ac:graphicFrameMkLst>
        </pc:graphicFrameChg>
        <pc:graphicFrameChg chg="add mod">
          <ac:chgData name="舜宇 韓" userId="a46ef15999ebbec7" providerId="LiveId" clId="{9B0720BD-BD05-418B-B4D7-768716875758}" dt="2026-06-13T04:32:31.814" v="963"/>
          <ac:graphicFrameMkLst>
            <pc:docMk/>
            <pc:sldMk cId="3643917292" sldId="260"/>
            <ac:graphicFrameMk id="13" creationId="{6F6D678D-4CB0-6A74-F4E2-150CE4F73015}"/>
          </ac:graphicFrameMkLst>
        </pc:graphicFrameChg>
        <pc:graphicFrameChg chg="add mod modGraphic">
          <ac:chgData name="舜宇 韓" userId="a46ef15999ebbec7" providerId="LiveId" clId="{9B0720BD-BD05-418B-B4D7-768716875758}" dt="2026-06-13T04:33:13.389" v="1009" actId="1076"/>
          <ac:graphicFrameMkLst>
            <pc:docMk/>
            <pc:sldMk cId="3643917292" sldId="260"/>
            <ac:graphicFrameMk id="14" creationId="{F99F7019-4BBB-6A20-327F-D14754E9C967}"/>
          </ac:graphicFrameMkLst>
        </pc:graphicFrameChg>
        <pc:picChg chg="add mod">
          <ac:chgData name="舜宇 韓" userId="a46ef15999ebbec7" providerId="LiveId" clId="{9B0720BD-BD05-418B-B4D7-768716875758}" dt="2026-06-13T04:34:30.719" v="1046" actId="1076"/>
          <ac:picMkLst>
            <pc:docMk/>
            <pc:sldMk cId="3643917292" sldId="260"/>
            <ac:picMk id="17" creationId="{6E2F80CC-C5FA-FD8E-091F-2FDE9AF9D46A}"/>
          </ac:picMkLst>
        </pc:picChg>
      </pc:sldChg>
      <pc:sldChg chg="modSp add del mod">
        <pc:chgData name="舜宇 韓" userId="a46ef15999ebbec7" providerId="LiveId" clId="{9B0720BD-BD05-418B-B4D7-768716875758}" dt="2026-06-13T04:35:14.876" v="1066" actId="47"/>
        <pc:sldMkLst>
          <pc:docMk/>
          <pc:sldMk cId="205115005" sldId="261"/>
        </pc:sldMkLst>
        <pc:spChg chg="mod">
          <ac:chgData name="舜宇 韓" userId="a46ef15999ebbec7" providerId="LiveId" clId="{9B0720BD-BD05-418B-B4D7-768716875758}" dt="2026-06-13T04:35:04.755" v="1061" actId="1076"/>
          <ac:spMkLst>
            <pc:docMk/>
            <pc:sldMk cId="205115005" sldId="261"/>
            <ac:spMk id="4" creationId="{91009BA6-6652-D1D2-E9C4-A9F2DBE167B1}"/>
          </ac:spMkLst>
        </pc:spChg>
        <pc:spChg chg="mod">
          <ac:chgData name="舜宇 韓" userId="a46ef15999ebbec7" providerId="LiveId" clId="{9B0720BD-BD05-418B-B4D7-768716875758}" dt="2026-06-13T04:35:04.755" v="1061" actId="1076"/>
          <ac:spMkLst>
            <pc:docMk/>
            <pc:sldMk cId="205115005" sldId="261"/>
            <ac:spMk id="12" creationId="{B190DB5F-ECFD-B883-5D0D-A8A1F3FA2A60}"/>
          </ac:spMkLst>
        </pc:spChg>
        <pc:spChg chg="mod">
          <ac:chgData name="舜宇 韓" userId="a46ef15999ebbec7" providerId="LiveId" clId="{9B0720BD-BD05-418B-B4D7-768716875758}" dt="2026-06-13T04:35:04.755" v="1061" actId="1076"/>
          <ac:spMkLst>
            <pc:docMk/>
            <pc:sldMk cId="205115005" sldId="261"/>
            <ac:spMk id="15" creationId="{C60544D3-0E22-8984-FC91-F5622C6E3927}"/>
          </ac:spMkLst>
        </pc:spChg>
        <pc:graphicFrameChg chg="mod">
          <ac:chgData name="舜宇 韓" userId="a46ef15999ebbec7" providerId="LiveId" clId="{9B0720BD-BD05-418B-B4D7-768716875758}" dt="2026-06-13T04:35:04.755" v="1061" actId="1076"/>
          <ac:graphicFrameMkLst>
            <pc:docMk/>
            <pc:sldMk cId="205115005" sldId="261"/>
            <ac:graphicFrameMk id="7" creationId="{A8313B1A-BC81-5A54-88C7-A969C0B6A980}"/>
          </ac:graphicFrameMkLst>
        </pc:graphicFrameChg>
        <pc:graphicFrameChg chg="mod modGraphic">
          <ac:chgData name="舜宇 韓" userId="a46ef15999ebbec7" providerId="LiveId" clId="{9B0720BD-BD05-418B-B4D7-768716875758}" dt="2026-06-13T04:35:04.755" v="1061" actId="1076"/>
          <ac:graphicFrameMkLst>
            <pc:docMk/>
            <pc:sldMk cId="205115005" sldId="261"/>
            <ac:graphicFrameMk id="14" creationId="{88255E20-06DC-6D76-31F8-8CCFE922E242}"/>
          </ac:graphicFrameMkLst>
        </pc:graphicFrameChg>
        <pc:picChg chg="mod">
          <ac:chgData name="舜宇 韓" userId="a46ef15999ebbec7" providerId="LiveId" clId="{9B0720BD-BD05-418B-B4D7-768716875758}" dt="2026-06-13T04:35:11.773" v="1064" actId="1076"/>
          <ac:picMkLst>
            <pc:docMk/>
            <pc:sldMk cId="205115005" sldId="261"/>
            <ac:picMk id="17" creationId="{1C8C7BE1-FCB8-91F7-9E15-7E13E2B54148}"/>
          </ac:picMkLst>
        </pc:picChg>
      </pc:sldChg>
      <pc:sldChg chg="addSp delSp modSp add mod">
        <pc:chgData name="舜宇 韓" userId="a46ef15999ebbec7" providerId="LiveId" clId="{9B0720BD-BD05-418B-B4D7-768716875758}" dt="2026-06-13T04:46:35.946" v="1694" actId="20577"/>
        <pc:sldMkLst>
          <pc:docMk/>
          <pc:sldMk cId="3186230907" sldId="262"/>
        </pc:sldMkLst>
        <pc:spChg chg="add mod">
          <ac:chgData name="舜宇 韓" userId="a46ef15999ebbec7" providerId="LiveId" clId="{9B0720BD-BD05-418B-B4D7-768716875758}" dt="2026-06-13T04:38:41.365" v="1136" actId="20577"/>
          <ac:spMkLst>
            <pc:docMk/>
            <pc:sldMk cId="3186230907" sldId="262"/>
            <ac:spMk id="10" creationId="{8330424D-8CD4-82CF-ACB4-1FD752712800}"/>
          </ac:spMkLst>
        </pc:spChg>
        <pc:spChg chg="add mod">
          <ac:chgData name="舜宇 韓" userId="a46ef15999ebbec7" providerId="LiveId" clId="{9B0720BD-BD05-418B-B4D7-768716875758}" dt="2026-06-13T04:46:35.946" v="1694" actId="20577"/>
          <ac:spMkLst>
            <pc:docMk/>
            <pc:sldMk cId="3186230907" sldId="262"/>
            <ac:spMk id="11" creationId="{25C52D17-F19E-43E0-7963-C021659E754E}"/>
          </ac:spMkLst>
        </pc:spChg>
        <pc:picChg chg="add mod">
          <ac:chgData name="舜宇 韓" userId="a46ef15999ebbec7" providerId="LiveId" clId="{9B0720BD-BD05-418B-B4D7-768716875758}" dt="2026-06-13T04:37:55.677" v="1087" actId="1076"/>
          <ac:picMkLst>
            <pc:docMk/>
            <pc:sldMk cId="3186230907" sldId="262"/>
            <ac:picMk id="3" creationId="{8A6D9E0B-101D-7684-13FA-898EA60CBA66}"/>
          </ac:picMkLst>
        </pc:picChg>
        <pc:picChg chg="add del mod">
          <ac:chgData name="舜宇 韓" userId="a46ef15999ebbec7" providerId="LiveId" clId="{9B0720BD-BD05-418B-B4D7-768716875758}" dt="2026-06-13T04:36:29.460" v="1081" actId="478"/>
          <ac:picMkLst>
            <pc:docMk/>
            <pc:sldMk cId="3186230907" sldId="262"/>
            <ac:picMk id="6" creationId="{65026E75-4EA0-8CB1-6698-F044AE07D0EE}"/>
          </ac:picMkLst>
        </pc:picChg>
        <pc:picChg chg="add mod">
          <ac:chgData name="舜宇 韓" userId="a46ef15999ebbec7" providerId="LiveId" clId="{9B0720BD-BD05-418B-B4D7-768716875758}" dt="2026-06-13T04:37:55.677" v="1087" actId="1076"/>
          <ac:picMkLst>
            <pc:docMk/>
            <pc:sldMk cId="3186230907" sldId="262"/>
            <ac:picMk id="9" creationId="{4D1F84D3-F17D-332F-05CF-1411893A0F39}"/>
          </ac:picMkLst>
        </pc:picChg>
        <pc:picChg chg="del mod">
          <ac:chgData name="舜宇 韓" userId="a46ef15999ebbec7" providerId="LiveId" clId="{9B0720BD-BD05-418B-B4D7-768716875758}" dt="2026-06-13T04:35:51.751" v="1073" actId="478"/>
          <ac:picMkLst>
            <pc:docMk/>
            <pc:sldMk cId="3186230907" sldId="262"/>
            <ac:picMk id="17" creationId="{36EFB85B-631B-2410-BC8D-5A5AAA38EFBE}"/>
          </ac:picMkLst>
        </pc:picChg>
      </pc:sldChg>
      <pc:sldChg chg="addSp delSp modSp add mod">
        <pc:chgData name="舜宇 韓" userId="a46ef15999ebbec7" providerId="LiveId" clId="{9B0720BD-BD05-418B-B4D7-768716875758}" dt="2026-06-13T05:34:41.799" v="1740" actId="1076"/>
        <pc:sldMkLst>
          <pc:docMk/>
          <pc:sldMk cId="1865383775" sldId="263"/>
        </pc:sldMkLst>
        <pc:spChg chg="add mod">
          <ac:chgData name="舜宇 韓" userId="a46ef15999ebbec7" providerId="LiveId" clId="{9B0720BD-BD05-418B-B4D7-768716875758}" dt="2026-06-13T04:46:07.208" v="1686" actId="1076"/>
          <ac:spMkLst>
            <pc:docMk/>
            <pc:sldMk cId="1865383775" sldId="263"/>
            <ac:spMk id="3" creationId="{4BE56D92-8F9D-74EA-95BD-B587893FA8AE}"/>
          </ac:spMkLst>
        </pc:spChg>
        <pc:spChg chg="mod">
          <ac:chgData name="舜宇 韓" userId="a46ef15999ebbec7" providerId="LiveId" clId="{9B0720BD-BD05-418B-B4D7-768716875758}" dt="2026-06-13T05:34:41.799" v="1740" actId="1076"/>
          <ac:spMkLst>
            <pc:docMk/>
            <pc:sldMk cId="1865383775" sldId="263"/>
            <ac:spMk id="4" creationId="{6BF3BADB-F50D-1E66-62EC-0CC2A9AEA2D0}"/>
          </ac:spMkLst>
        </pc:spChg>
        <pc:spChg chg="add mod">
          <ac:chgData name="舜宇 韓" userId="a46ef15999ebbec7" providerId="LiveId" clId="{9B0720BD-BD05-418B-B4D7-768716875758}" dt="2026-06-13T04:46:05.329" v="1685" actId="1076"/>
          <ac:spMkLst>
            <pc:docMk/>
            <pc:sldMk cId="1865383775" sldId="263"/>
            <ac:spMk id="5" creationId="{BBAEBFFA-7EE4-0A22-2F0D-24E789A66B09}"/>
          </ac:spMkLst>
        </pc:spChg>
        <pc:spChg chg="add mod">
          <ac:chgData name="舜宇 韓" userId="a46ef15999ebbec7" providerId="LiveId" clId="{9B0720BD-BD05-418B-B4D7-768716875758}" dt="2026-06-13T04:43:26.605" v="1368" actId="20577"/>
          <ac:spMkLst>
            <pc:docMk/>
            <pc:sldMk cId="1865383775" sldId="263"/>
            <ac:spMk id="6" creationId="{21086623-AFB3-8FBB-D723-6C32273D10A5}"/>
          </ac:spMkLst>
        </pc:spChg>
        <pc:spChg chg="add mod">
          <ac:chgData name="舜宇 韓" userId="a46ef15999ebbec7" providerId="LiveId" clId="{9B0720BD-BD05-418B-B4D7-768716875758}" dt="2026-06-13T04:46:03.245" v="1684" actId="14100"/>
          <ac:spMkLst>
            <pc:docMk/>
            <pc:sldMk cId="1865383775" sldId="263"/>
            <ac:spMk id="8" creationId="{2C028E5A-6949-1E3D-C918-7709B8800DC3}"/>
          </ac:spMkLst>
        </pc:spChg>
        <pc:spChg chg="del mod">
          <ac:chgData name="舜宇 韓" userId="a46ef15999ebbec7" providerId="LiveId" clId="{9B0720BD-BD05-418B-B4D7-768716875758}" dt="2026-06-13T04:39:13.498" v="1144" actId="478"/>
          <ac:spMkLst>
            <pc:docMk/>
            <pc:sldMk cId="1865383775" sldId="263"/>
            <ac:spMk id="12" creationId="{39A4E647-14BC-90BB-0FE8-0EE397080240}"/>
          </ac:spMkLst>
        </pc:spChg>
        <pc:spChg chg="del">
          <ac:chgData name="舜宇 韓" userId="a46ef15999ebbec7" providerId="LiveId" clId="{9B0720BD-BD05-418B-B4D7-768716875758}" dt="2026-06-13T04:39:10.950" v="1142" actId="478"/>
          <ac:spMkLst>
            <pc:docMk/>
            <pc:sldMk cId="1865383775" sldId="263"/>
            <ac:spMk id="15" creationId="{BBF9AA61-3349-B7EB-50D6-D59473E51605}"/>
          </ac:spMkLst>
        </pc:spChg>
        <pc:graphicFrameChg chg="del">
          <ac:chgData name="舜宇 韓" userId="a46ef15999ebbec7" providerId="LiveId" clId="{9B0720BD-BD05-418B-B4D7-768716875758}" dt="2026-06-13T04:39:18.684" v="1163" actId="478"/>
          <ac:graphicFrameMkLst>
            <pc:docMk/>
            <pc:sldMk cId="1865383775" sldId="263"/>
            <ac:graphicFrameMk id="7" creationId="{32F3D2A3-4D95-AC5B-DEAD-0246018FDCAA}"/>
          </ac:graphicFrameMkLst>
        </pc:graphicFrameChg>
        <pc:graphicFrameChg chg="del">
          <ac:chgData name="舜宇 韓" userId="a46ef15999ebbec7" providerId="LiveId" clId="{9B0720BD-BD05-418B-B4D7-768716875758}" dt="2026-06-13T04:39:13.498" v="1144" actId="478"/>
          <ac:graphicFrameMkLst>
            <pc:docMk/>
            <pc:sldMk cId="1865383775" sldId="263"/>
            <ac:graphicFrameMk id="14" creationId="{84209667-1666-2AC6-666E-2E34AAE69877}"/>
          </ac:graphicFrameMkLst>
        </pc:graphicFrameChg>
        <pc:picChg chg="del">
          <ac:chgData name="舜宇 韓" userId="a46ef15999ebbec7" providerId="LiveId" clId="{9B0720BD-BD05-418B-B4D7-768716875758}" dt="2026-06-13T04:39:10.950" v="1142" actId="478"/>
          <ac:picMkLst>
            <pc:docMk/>
            <pc:sldMk cId="1865383775" sldId="263"/>
            <ac:picMk id="17" creationId="{6EDA013F-C940-F7AF-F47C-CFBE0FE242EC}"/>
          </ac:picMkLst>
        </pc:picChg>
      </pc:sldChg>
      <pc:sldChg chg="addSp delSp modSp new mod">
        <pc:chgData name="舜宇 韓" userId="a46ef15999ebbec7" providerId="LiveId" clId="{9B0720BD-BD05-418B-B4D7-768716875758}" dt="2026-06-13T05:53:48.868" v="1946" actId="1076"/>
        <pc:sldMkLst>
          <pc:docMk/>
          <pc:sldMk cId="2913170977" sldId="264"/>
        </pc:sldMkLst>
        <pc:spChg chg="del">
          <ac:chgData name="舜宇 韓" userId="a46ef15999ebbec7" providerId="LiveId" clId="{9B0720BD-BD05-418B-B4D7-768716875758}" dt="2026-06-13T05:27:15.765" v="1696" actId="478"/>
          <ac:spMkLst>
            <pc:docMk/>
            <pc:sldMk cId="2913170977" sldId="264"/>
            <ac:spMk id="2" creationId="{D46ADFEB-46D8-78E1-2040-4E9410915022}"/>
          </ac:spMkLst>
        </pc:spChg>
        <pc:spChg chg="del">
          <ac:chgData name="舜宇 韓" userId="a46ef15999ebbec7" providerId="LiveId" clId="{9B0720BD-BD05-418B-B4D7-768716875758}" dt="2026-06-13T05:27:15.765" v="1696" actId="478"/>
          <ac:spMkLst>
            <pc:docMk/>
            <pc:sldMk cId="2913170977" sldId="264"/>
            <ac:spMk id="3" creationId="{7BEE076F-5D05-1BA1-5488-E28B918E80F6}"/>
          </ac:spMkLst>
        </pc:spChg>
        <pc:spChg chg="add mod">
          <ac:chgData name="舜宇 韓" userId="a46ef15999ebbec7" providerId="LiveId" clId="{9B0720BD-BD05-418B-B4D7-768716875758}" dt="2026-06-13T05:34:50.367" v="1772" actId="20577"/>
          <ac:spMkLst>
            <pc:docMk/>
            <pc:sldMk cId="2913170977" sldId="264"/>
            <ac:spMk id="13" creationId="{D9BD11F2-8751-5AB7-19DC-91C9D93FBB5E}"/>
          </ac:spMkLst>
        </pc:spChg>
        <pc:spChg chg="add mod">
          <ac:chgData name="舜宇 韓" userId="a46ef15999ebbec7" providerId="LiveId" clId="{9B0720BD-BD05-418B-B4D7-768716875758}" dt="2026-06-13T05:35:50.422" v="1845" actId="1076"/>
          <ac:spMkLst>
            <pc:docMk/>
            <pc:sldMk cId="2913170977" sldId="264"/>
            <ac:spMk id="14" creationId="{22523348-C40C-F7E7-598E-4DFB794F77D9}"/>
          </ac:spMkLst>
        </pc:spChg>
        <pc:spChg chg="add mod">
          <ac:chgData name="舜宇 韓" userId="a46ef15999ebbec7" providerId="LiveId" clId="{9B0720BD-BD05-418B-B4D7-768716875758}" dt="2026-06-13T05:35:48.031" v="1844" actId="1076"/>
          <ac:spMkLst>
            <pc:docMk/>
            <pc:sldMk cId="2913170977" sldId="264"/>
            <ac:spMk id="15" creationId="{CC50B303-7147-A414-4728-AB95E715D35E}"/>
          </ac:spMkLst>
        </pc:spChg>
        <pc:spChg chg="add mod">
          <ac:chgData name="舜宇 韓" userId="a46ef15999ebbec7" providerId="LiveId" clId="{9B0720BD-BD05-418B-B4D7-768716875758}" dt="2026-06-13T05:35:45.289" v="1843" actId="1076"/>
          <ac:spMkLst>
            <pc:docMk/>
            <pc:sldMk cId="2913170977" sldId="264"/>
            <ac:spMk id="16" creationId="{60BF4070-C803-8548-0368-B2C0E4962ABF}"/>
          </ac:spMkLst>
        </pc:spChg>
        <pc:spChg chg="add mod">
          <ac:chgData name="舜宇 韓" userId="a46ef15999ebbec7" providerId="LiveId" clId="{9B0720BD-BD05-418B-B4D7-768716875758}" dt="2026-06-13T05:38:20.434" v="1860" actId="1076"/>
          <ac:spMkLst>
            <pc:docMk/>
            <pc:sldMk cId="2913170977" sldId="264"/>
            <ac:spMk id="19" creationId="{2E244446-9C5F-ADB5-2E47-D7983CACFAEC}"/>
          </ac:spMkLst>
        </pc:spChg>
        <pc:spChg chg="add mod">
          <ac:chgData name="舜宇 韓" userId="a46ef15999ebbec7" providerId="LiveId" clId="{9B0720BD-BD05-418B-B4D7-768716875758}" dt="2026-06-13T05:39:59.798" v="1884" actId="1076"/>
          <ac:spMkLst>
            <pc:docMk/>
            <pc:sldMk cId="2913170977" sldId="264"/>
            <ac:spMk id="20" creationId="{4253B51F-40B1-6918-C171-6822FE75EDE2}"/>
          </ac:spMkLst>
        </pc:spChg>
        <pc:spChg chg="add mod">
          <ac:chgData name="舜宇 韓" userId="a46ef15999ebbec7" providerId="LiveId" clId="{9B0720BD-BD05-418B-B4D7-768716875758}" dt="2026-06-13T05:39:59.798" v="1884" actId="1076"/>
          <ac:spMkLst>
            <pc:docMk/>
            <pc:sldMk cId="2913170977" sldId="264"/>
            <ac:spMk id="21" creationId="{D21ED27E-9670-B2D9-C5CB-1789B5B346E1}"/>
          </ac:spMkLst>
        </pc:spChg>
        <pc:spChg chg="add mod">
          <ac:chgData name="舜宇 韓" userId="a46ef15999ebbec7" providerId="LiveId" clId="{9B0720BD-BD05-418B-B4D7-768716875758}" dt="2026-06-13T05:39:59.798" v="1884" actId="1076"/>
          <ac:spMkLst>
            <pc:docMk/>
            <pc:sldMk cId="2913170977" sldId="264"/>
            <ac:spMk id="22" creationId="{8CDC3A01-A936-6329-57D3-A9AEEAC6B836}"/>
          </ac:spMkLst>
        </pc:spChg>
        <pc:spChg chg="add mod">
          <ac:chgData name="舜宇 韓" userId="a46ef15999ebbec7" providerId="LiveId" clId="{9B0720BD-BD05-418B-B4D7-768716875758}" dt="2026-06-13T05:39:59.798" v="1884" actId="1076"/>
          <ac:spMkLst>
            <pc:docMk/>
            <pc:sldMk cId="2913170977" sldId="264"/>
            <ac:spMk id="23" creationId="{677DEBD4-0F9B-3D83-E221-5349117F62DD}"/>
          </ac:spMkLst>
        </pc:spChg>
        <pc:spChg chg="add del">
          <ac:chgData name="舜宇 韓" userId="a46ef15999ebbec7" providerId="LiveId" clId="{9B0720BD-BD05-418B-B4D7-768716875758}" dt="2026-06-13T05:45:00.640" v="1903" actId="22"/>
          <ac:spMkLst>
            <pc:docMk/>
            <pc:sldMk cId="2913170977" sldId="264"/>
            <ac:spMk id="31" creationId="{08A8ED47-B258-DD20-BB84-FBC735E95647}"/>
          </ac:spMkLst>
        </pc:spChg>
        <pc:picChg chg="add del mod">
          <ac:chgData name="舜宇 韓" userId="a46ef15999ebbec7" providerId="LiveId" clId="{9B0720BD-BD05-418B-B4D7-768716875758}" dt="2026-06-13T05:37:41.713" v="1846" actId="478"/>
          <ac:picMkLst>
            <pc:docMk/>
            <pc:sldMk cId="2913170977" sldId="264"/>
            <ac:picMk id="5" creationId="{90F99B72-A1D6-D7C0-445E-B8FB8B188655}"/>
          </ac:picMkLst>
        </pc:picChg>
        <pc:picChg chg="add del mod modCrop">
          <ac:chgData name="舜宇 韓" userId="a46ef15999ebbec7" providerId="LiveId" clId="{9B0720BD-BD05-418B-B4D7-768716875758}" dt="2026-06-13T05:32:39.402" v="1719" actId="478"/>
          <ac:picMkLst>
            <pc:docMk/>
            <pc:sldMk cId="2913170977" sldId="264"/>
            <ac:picMk id="7" creationId="{FF1F8666-0D37-CD05-97A8-42B1554F7948}"/>
          </ac:picMkLst>
        </pc:picChg>
        <pc:picChg chg="add mod">
          <ac:chgData name="舜宇 韓" userId="a46ef15999ebbec7" providerId="LiveId" clId="{9B0720BD-BD05-418B-B4D7-768716875758}" dt="2026-06-13T05:32:37.317" v="1716"/>
          <ac:picMkLst>
            <pc:docMk/>
            <pc:sldMk cId="2913170977" sldId="264"/>
            <ac:picMk id="8" creationId="{3943E38C-E2F3-CEB0-F50F-CBC6943E81EA}"/>
          </ac:picMkLst>
        </pc:picChg>
        <pc:picChg chg="add mod modCrop">
          <ac:chgData name="舜宇 韓" userId="a46ef15999ebbec7" providerId="LiveId" clId="{9B0720BD-BD05-418B-B4D7-768716875758}" dt="2026-06-13T05:33:10.786" v="1729" actId="1076"/>
          <ac:picMkLst>
            <pc:docMk/>
            <pc:sldMk cId="2913170977" sldId="264"/>
            <ac:picMk id="10" creationId="{8FB51FD3-7CE6-BE56-72FF-30877523D1DE}"/>
          </ac:picMkLst>
        </pc:picChg>
        <pc:picChg chg="add mod">
          <ac:chgData name="舜宇 韓" userId="a46ef15999ebbec7" providerId="LiveId" clId="{9B0720BD-BD05-418B-B4D7-768716875758}" dt="2026-06-13T05:34:24.298" v="1739" actId="1076"/>
          <ac:picMkLst>
            <pc:docMk/>
            <pc:sldMk cId="2913170977" sldId="264"/>
            <ac:picMk id="12" creationId="{748E44BA-54C7-047B-9729-E8C45F2E8622}"/>
          </ac:picMkLst>
        </pc:picChg>
        <pc:picChg chg="add mod">
          <ac:chgData name="舜宇 韓" userId="a46ef15999ebbec7" providerId="LiveId" clId="{9B0720BD-BD05-418B-B4D7-768716875758}" dt="2026-06-13T05:38:10.414" v="1854" actId="1076"/>
          <ac:picMkLst>
            <pc:docMk/>
            <pc:sldMk cId="2913170977" sldId="264"/>
            <ac:picMk id="18" creationId="{B098989B-220A-007B-D93F-0ABAA5E50543}"/>
          </ac:picMkLst>
        </pc:picChg>
        <pc:picChg chg="add mod">
          <ac:chgData name="舜宇 韓" userId="a46ef15999ebbec7" providerId="LiveId" clId="{9B0720BD-BD05-418B-B4D7-768716875758}" dt="2026-06-13T05:39:59.798" v="1884" actId="1076"/>
          <ac:picMkLst>
            <pc:docMk/>
            <pc:sldMk cId="2913170977" sldId="264"/>
            <ac:picMk id="25" creationId="{32660D9A-9725-BA51-CBC9-6F143EDD4BAA}"/>
          </ac:picMkLst>
        </pc:picChg>
        <pc:picChg chg="add mod">
          <ac:chgData name="舜宇 韓" userId="a46ef15999ebbec7" providerId="LiveId" clId="{9B0720BD-BD05-418B-B4D7-768716875758}" dt="2026-06-13T05:41:01.258" v="1891" actId="1076"/>
          <ac:picMkLst>
            <pc:docMk/>
            <pc:sldMk cId="2913170977" sldId="264"/>
            <ac:picMk id="27" creationId="{B75F523A-47EB-4419-3C5F-754C24DFA246}"/>
          </ac:picMkLst>
        </pc:picChg>
        <pc:picChg chg="add mod modCrop">
          <ac:chgData name="舜宇 韓" userId="a46ef15999ebbec7" providerId="LiveId" clId="{9B0720BD-BD05-418B-B4D7-768716875758}" dt="2026-06-13T05:42:37.102" v="1901" actId="1076"/>
          <ac:picMkLst>
            <pc:docMk/>
            <pc:sldMk cId="2913170977" sldId="264"/>
            <ac:picMk id="29" creationId="{52A134C7-3F20-E0D7-4E97-59A6A4F5A05E}"/>
          </ac:picMkLst>
        </pc:picChg>
        <pc:picChg chg="add del mod">
          <ac:chgData name="舜宇 韓" userId="a46ef15999ebbec7" providerId="LiveId" clId="{9B0720BD-BD05-418B-B4D7-768716875758}" dt="2026-06-13T05:47:38.058" v="1909" actId="478"/>
          <ac:picMkLst>
            <pc:docMk/>
            <pc:sldMk cId="2913170977" sldId="264"/>
            <ac:picMk id="33" creationId="{F6D2FB86-5C20-84EB-60F0-95B0DC83B4A4}"/>
          </ac:picMkLst>
        </pc:picChg>
        <pc:picChg chg="add mod">
          <ac:chgData name="舜宇 韓" userId="a46ef15999ebbec7" providerId="LiveId" clId="{9B0720BD-BD05-418B-B4D7-768716875758}" dt="2026-06-13T05:51:45.818" v="1940" actId="1076"/>
          <ac:picMkLst>
            <pc:docMk/>
            <pc:sldMk cId="2913170977" sldId="264"/>
            <ac:picMk id="34" creationId="{168B7110-F6DC-A740-E5FC-1935EE0156A9}"/>
          </ac:picMkLst>
        </pc:picChg>
        <pc:picChg chg="add mod">
          <ac:chgData name="舜宇 韓" userId="a46ef15999ebbec7" providerId="LiveId" clId="{9B0720BD-BD05-418B-B4D7-768716875758}" dt="2026-06-13T05:53:48.868" v="1946" actId="1076"/>
          <ac:picMkLst>
            <pc:docMk/>
            <pc:sldMk cId="2913170977" sldId="264"/>
            <ac:picMk id="36" creationId="{D06CF742-A7B7-31E2-E7DC-E6B39EB58C42}"/>
          </ac:picMkLst>
        </pc:picChg>
      </pc:sldChg>
      <pc:sldChg chg="addSp delSp modSp new mod">
        <pc:chgData name="舜宇 韓" userId="a46ef15999ebbec7" providerId="LiveId" clId="{9B0720BD-BD05-418B-B4D7-768716875758}" dt="2026-06-13T05:51:50.777" v="1942" actId="478"/>
        <pc:sldMkLst>
          <pc:docMk/>
          <pc:sldMk cId="2653512334" sldId="265"/>
        </pc:sldMkLst>
        <pc:spChg chg="del">
          <ac:chgData name="舜宇 韓" userId="a46ef15999ebbec7" providerId="LiveId" clId="{9B0720BD-BD05-418B-B4D7-768716875758}" dt="2026-06-13T05:47:35.895" v="1907" actId="478"/>
          <ac:spMkLst>
            <pc:docMk/>
            <pc:sldMk cId="2653512334" sldId="265"/>
            <ac:spMk id="2" creationId="{166BE587-CF79-6876-ADAB-6C221872AE32}"/>
          </ac:spMkLst>
        </pc:spChg>
        <pc:spChg chg="del">
          <ac:chgData name="舜宇 韓" userId="a46ef15999ebbec7" providerId="LiveId" clId="{9B0720BD-BD05-418B-B4D7-768716875758}" dt="2026-06-13T05:47:35.895" v="1907" actId="478"/>
          <ac:spMkLst>
            <pc:docMk/>
            <pc:sldMk cId="2653512334" sldId="265"/>
            <ac:spMk id="3" creationId="{290D0BEB-2507-D97B-C86F-13F5E036EC00}"/>
          </ac:spMkLst>
        </pc:spChg>
        <pc:picChg chg="add del mod modCrop">
          <ac:chgData name="舜宇 韓" userId="a46ef15999ebbec7" providerId="LiveId" clId="{9B0720BD-BD05-418B-B4D7-768716875758}" dt="2026-06-13T05:51:48.489" v="1941" actId="478"/>
          <ac:picMkLst>
            <pc:docMk/>
            <pc:sldMk cId="2653512334" sldId="265"/>
            <ac:picMk id="4" creationId="{D70DDA85-C3EB-0E55-8947-F7E960640E62}"/>
          </ac:picMkLst>
        </pc:picChg>
        <pc:picChg chg="add del mod modCrop">
          <ac:chgData name="舜宇 韓" userId="a46ef15999ebbec7" providerId="LiveId" clId="{9B0720BD-BD05-418B-B4D7-768716875758}" dt="2026-06-13T05:51:50.777" v="1942" actId="478"/>
          <ac:picMkLst>
            <pc:docMk/>
            <pc:sldMk cId="2653512334" sldId="265"/>
            <ac:picMk id="5" creationId="{59EC9019-A6EE-6B1B-389C-BBCCFAF131FA}"/>
          </ac:picMkLst>
        </pc:picChg>
        <pc:picChg chg="add mod">
          <ac:chgData name="舜宇 韓" userId="a46ef15999ebbec7" providerId="LiveId" clId="{9B0720BD-BD05-418B-B4D7-768716875758}" dt="2026-06-13T05:51:36.803" v="1933"/>
          <ac:picMkLst>
            <pc:docMk/>
            <pc:sldMk cId="2653512334" sldId="265"/>
            <ac:picMk id="6" creationId="{CE9AD492-4703-BF87-5087-70A82DE0E13D}"/>
          </ac:picMkLst>
        </pc:picChg>
        <pc:picChg chg="add mod">
          <ac:chgData name="舜宇 韓" userId="a46ef15999ebbec7" providerId="LiveId" clId="{9B0720BD-BD05-418B-B4D7-768716875758}" dt="2026-06-13T05:51:36.803" v="1933"/>
          <ac:picMkLst>
            <pc:docMk/>
            <pc:sldMk cId="2653512334" sldId="265"/>
            <ac:picMk id="7" creationId="{9F58C74F-4AF6-F7DD-D0E2-62C9CA6E406D}"/>
          </ac:picMkLst>
        </pc:picChg>
        <pc:picChg chg="add del">
          <ac:chgData name="舜宇 韓" userId="a46ef15999ebbec7" providerId="LiveId" clId="{9B0720BD-BD05-418B-B4D7-768716875758}" dt="2026-06-13T05:51:48.489" v="1941" actId="478"/>
          <ac:picMkLst>
            <pc:docMk/>
            <pc:sldMk cId="2653512334" sldId="265"/>
            <ac:picMk id="9" creationId="{538868EE-6D10-2F96-4632-E716F3961B20}"/>
          </ac:picMkLst>
        </pc:picChg>
      </pc:sldChg>
      <pc:sldChg chg="add">
        <pc:chgData name="舜宇 韓" userId="a46ef15999ebbec7" providerId="LiveId" clId="{9B0720BD-BD05-418B-B4D7-768716875758}" dt="2026-06-13T05:54:00.560" v="1947"/>
        <pc:sldMkLst>
          <pc:docMk/>
          <pc:sldMk cId="2697525889" sldId="26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484B95-7BE6-2F84-960F-204DCCF706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C80ED56-F9F7-4959-9B49-B81961A2A4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F604711-F61E-5AEC-02C1-95CE25C57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CB363-5DA5-4684-8DA0-01335445B29C}" type="datetimeFigureOut">
              <a:rPr lang="zh-TW" altLang="en-US" smtClean="0"/>
              <a:t>2026/6/13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E5AC938-93B4-2AB4-3AC6-77E8BEB14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8ECF3BD-2E17-A6EB-B111-145A1762F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3921B-FFC3-4F19-9602-188C8299E8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02699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B67FA9D-2793-5F90-3A3B-8CBD1166E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051AAEA-2CD7-B505-3756-DFFCD288D7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C3C6AEF-25B9-F8B4-641A-3FC666187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CB363-5DA5-4684-8DA0-01335445B29C}" type="datetimeFigureOut">
              <a:rPr lang="zh-TW" altLang="en-US" smtClean="0"/>
              <a:t>2026/6/13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C994D8F-37A6-94C0-9170-B59C0C766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CEFDF77-3634-C011-7C2E-C4808CBC2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3921B-FFC3-4F19-9602-188C8299E8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50786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18B9549-5BDF-928E-3041-4E5CBC878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222AC65-5112-551A-EC8C-E393303471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5156B60-1FA9-F782-04B7-E8BC4A5AD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CB363-5DA5-4684-8DA0-01335445B29C}" type="datetimeFigureOut">
              <a:rPr lang="zh-TW" altLang="en-US" smtClean="0"/>
              <a:t>2026/6/13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69457BD-1581-7663-21DE-925EB36E0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D6B23D4-A2FB-347E-4171-40A80972F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3921B-FFC3-4F19-9602-188C8299E8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381678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C334D0B-BD66-76C4-C5C7-F348F71F7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F91FACB-D5D7-A157-5D62-91A1E4262F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74AA158-F01D-DF19-FC73-ED94932B15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724E4A6-CA57-773D-DD83-AC6A0EB6A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CB363-5DA5-4684-8DA0-01335445B29C}" type="datetimeFigureOut">
              <a:rPr lang="zh-TW" altLang="en-US" smtClean="0"/>
              <a:t>2026/6/13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664DAE8-2B22-13CF-D272-8AB44D218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B482B90-4EE5-72AB-ED06-8B8C4CA80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3921B-FFC3-4F19-9602-188C8299E8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1866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2160108-313E-5947-500B-D9DC9D0C0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50C15A9-5A73-AAB3-B558-E585FF1C95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1D8A5E8-09C9-931D-85C3-E229611DB5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98D706C2-6168-23F9-DC01-8735DA075F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E47FD047-6AAC-68D9-821B-040D3B4B3E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5126349F-DCF5-16A4-99CE-E1E91BAB6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CB363-5DA5-4684-8DA0-01335445B29C}" type="datetimeFigureOut">
              <a:rPr lang="zh-TW" altLang="en-US" smtClean="0"/>
              <a:t>2026/6/13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CABB6AE1-0467-F8AB-297B-2C4E222AC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8D7D2F8D-A6DF-3E15-E2F2-9070F116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3921B-FFC3-4F19-9602-188C8299E8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263846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051E3A-D3F8-F744-38C0-363999B96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6DA01698-0FEC-16EF-83C5-92C43477E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CB363-5DA5-4684-8DA0-01335445B29C}" type="datetimeFigureOut">
              <a:rPr lang="zh-TW" altLang="en-US" smtClean="0"/>
              <a:t>2026/6/13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3AEFD3D6-31A9-ED1C-072E-63FDE109B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6DD4B57-0789-4B3C-4306-0301549BB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3921B-FFC3-4F19-9602-188C8299E8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135705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44CCB8F0-A00B-2797-B95C-FC91C073A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CB363-5DA5-4684-8DA0-01335445B29C}" type="datetimeFigureOut">
              <a:rPr lang="zh-TW" altLang="en-US" smtClean="0"/>
              <a:t>2026/6/13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7DD6CF7-75E6-B58D-894B-244D78B2F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0EEB34-F1B9-6A2F-53C4-35B359010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3921B-FFC3-4F19-9602-188C8299E8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78352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CE28C7D-98BE-764E-BD7C-372983DF5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BDBE555-0B68-1F2A-13D5-44195EEF46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09389E9-DEC0-CDCE-D8D4-AEBDD5A2A0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5E82010-76AE-8B9C-03AB-228BBBF59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CB363-5DA5-4684-8DA0-01335445B29C}" type="datetimeFigureOut">
              <a:rPr lang="zh-TW" altLang="en-US" smtClean="0"/>
              <a:t>2026/6/13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FC9EB5F-09FC-8801-9355-17164DC66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CF97E11-74BD-A018-7352-FECF32E8A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3921B-FFC3-4F19-9602-188C8299E8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495601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864EC74-C86A-8491-8989-ACAF108F8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36C634E6-F9FE-8F5C-EB47-35CE03B0C9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D88A518E-5F19-2EB4-2AE2-589C14AAAC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F920072-1FC4-E328-DDA2-9C3C35577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CB363-5DA5-4684-8DA0-01335445B29C}" type="datetimeFigureOut">
              <a:rPr lang="zh-TW" altLang="en-US" smtClean="0"/>
              <a:t>2026/6/13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45A33D8-131E-BA8C-1088-7267A230A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FDC3C0E-200E-8D36-63C4-456077462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3921B-FFC3-4F19-9602-188C8299E8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34274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0A449D-AF2E-ED1F-1BCA-6B19BF6ED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35AD60D1-4C1D-700D-132F-489BA845B1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53015D4-3B36-A804-C875-5A40AFC87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CB363-5DA5-4684-8DA0-01335445B29C}" type="datetimeFigureOut">
              <a:rPr lang="zh-TW" altLang="en-US" smtClean="0"/>
              <a:t>2026/6/13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6B9B824-6F14-7FA8-342C-860167450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E906E98-3F2E-7233-491B-49FF1AD73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3921B-FFC3-4F19-9602-188C8299E8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235114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6B6CC6CC-FD3D-90E7-8CDF-529AC89A0A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ADCD7C2-A707-5064-BD9F-A6BB4F002E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0699B97-0999-BFD0-DA96-D9F87140B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CB363-5DA5-4684-8DA0-01335445B29C}" type="datetimeFigureOut">
              <a:rPr lang="zh-TW" altLang="en-US" smtClean="0"/>
              <a:t>2026/6/13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E99EEF4-8ADE-B929-DB48-3FFF501A8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571EC59-3893-241E-A61B-EA6DCC1C1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3921B-FFC3-4F19-9602-188C8299E8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816037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0ED474A-EAB4-C089-060B-A65BFDA17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6D872EE-486F-0D80-814D-9D42D1CE1A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D74EBA4-6254-527B-4CA3-4406F6BA67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CCB363-5DA5-4684-8DA0-01335445B29C}" type="datetimeFigureOut">
              <a:rPr lang="zh-TW" altLang="en-US" smtClean="0"/>
              <a:t>2026/6/13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DECE541-101C-7C8F-6A2D-C30086DBAA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2F4E7E0-2665-C3FB-7224-5B1BBFD56E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E3921B-FFC3-4F19-9602-188C8299E8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711585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E55E312B-9DDD-CAC1-4ED8-1FC49AFCE320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58F9AD1E-E871-615D-235B-4BFA98263DF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A39AC39B-B7FC-DAF3-CE05-FAE3E37CBBF2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>
                <a:alpha val="85000"/>
              </a:schemeClr>
            </a:solidFill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pic>
        <p:nvPicPr>
          <p:cNvPr id="21" name="圖片 20">
            <a:extLst>
              <a:ext uri="{FF2B5EF4-FFF2-40B4-BE49-F238E27FC236}">
                <a16:creationId xmlns:a16="http://schemas.microsoft.com/office/drawing/2014/main" id="{6B180A13-AA5B-2B84-3B4C-3911A28603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67" t="28877" r="20521" b="56848"/>
          <a:stretch>
            <a:fillRect/>
          </a:stretch>
        </p:blipFill>
        <p:spPr>
          <a:xfrm>
            <a:off x="1553484" y="2501117"/>
            <a:ext cx="9085032" cy="1367721"/>
          </a:xfrm>
          <a:custGeom>
            <a:avLst/>
            <a:gdLst/>
            <a:ahLst/>
            <a:cxnLst/>
            <a:rect l="l" t="t" r="r" b="b"/>
            <a:pathLst>
              <a:path w="4697760" h="707232">
                <a:moveTo>
                  <a:pt x="2144688" y="533289"/>
                </a:moveTo>
                <a:cubicBezTo>
                  <a:pt x="2126134" y="537927"/>
                  <a:pt x="2111809" y="545840"/>
                  <a:pt x="2101714" y="557027"/>
                </a:cubicBezTo>
                <a:cubicBezTo>
                  <a:pt x="2091618" y="568214"/>
                  <a:pt x="2086570" y="581174"/>
                  <a:pt x="2086570" y="595908"/>
                </a:cubicBezTo>
                <a:cubicBezTo>
                  <a:pt x="2086570" y="612279"/>
                  <a:pt x="2095165" y="626672"/>
                  <a:pt x="2112355" y="639087"/>
                </a:cubicBezTo>
                <a:cubicBezTo>
                  <a:pt x="2129544" y="651502"/>
                  <a:pt x="2158058" y="657709"/>
                  <a:pt x="2197894" y="657709"/>
                </a:cubicBezTo>
                <a:cubicBezTo>
                  <a:pt x="2244279" y="657709"/>
                  <a:pt x="2276953" y="651161"/>
                  <a:pt x="2295916" y="638064"/>
                </a:cubicBezTo>
                <a:cubicBezTo>
                  <a:pt x="2314879" y="624967"/>
                  <a:pt x="2324360" y="608732"/>
                  <a:pt x="2324360" y="589360"/>
                </a:cubicBezTo>
                <a:cubicBezTo>
                  <a:pt x="2324360" y="577900"/>
                  <a:pt x="2321155" y="568009"/>
                  <a:pt x="2314742" y="559687"/>
                </a:cubicBezTo>
                <a:cubicBezTo>
                  <a:pt x="2308330" y="551365"/>
                  <a:pt x="2296462" y="544885"/>
                  <a:pt x="2279135" y="540247"/>
                </a:cubicBezTo>
                <a:cubicBezTo>
                  <a:pt x="2261809" y="535608"/>
                  <a:pt x="2237185" y="533289"/>
                  <a:pt x="2205261" y="533289"/>
                </a:cubicBezTo>
                <a:close/>
                <a:moveTo>
                  <a:pt x="757461" y="358937"/>
                </a:moveTo>
                <a:cubicBezTo>
                  <a:pt x="684882" y="359755"/>
                  <a:pt x="632836" y="366577"/>
                  <a:pt x="601322" y="379401"/>
                </a:cubicBezTo>
                <a:cubicBezTo>
                  <a:pt x="569807" y="392225"/>
                  <a:pt x="554050" y="413234"/>
                  <a:pt x="554050" y="442429"/>
                </a:cubicBezTo>
                <a:cubicBezTo>
                  <a:pt x="554050" y="462347"/>
                  <a:pt x="560394" y="478241"/>
                  <a:pt x="573081" y="490110"/>
                </a:cubicBezTo>
                <a:cubicBezTo>
                  <a:pt x="585769" y="501979"/>
                  <a:pt x="604391" y="507914"/>
                  <a:pt x="628948" y="507914"/>
                </a:cubicBezTo>
                <a:cubicBezTo>
                  <a:pt x="656233" y="507914"/>
                  <a:pt x="680790" y="501502"/>
                  <a:pt x="702618" y="488678"/>
                </a:cubicBezTo>
                <a:cubicBezTo>
                  <a:pt x="724446" y="475854"/>
                  <a:pt x="742727" y="459619"/>
                  <a:pt x="757461" y="439974"/>
                </a:cubicBezTo>
                <a:close/>
                <a:moveTo>
                  <a:pt x="3386137" y="200956"/>
                </a:moveTo>
                <a:cubicBezTo>
                  <a:pt x="3357488" y="200956"/>
                  <a:pt x="3334773" y="207572"/>
                  <a:pt x="3317993" y="220806"/>
                </a:cubicBezTo>
                <a:cubicBezTo>
                  <a:pt x="3301212" y="234039"/>
                  <a:pt x="3289138" y="252252"/>
                  <a:pt x="3281771" y="275444"/>
                </a:cubicBezTo>
                <a:cubicBezTo>
                  <a:pt x="3274405" y="298637"/>
                  <a:pt x="3270721" y="324967"/>
                  <a:pt x="3270721" y="354435"/>
                </a:cubicBezTo>
                <a:cubicBezTo>
                  <a:pt x="3270721" y="383357"/>
                  <a:pt x="3274405" y="409210"/>
                  <a:pt x="3281771" y="431993"/>
                </a:cubicBezTo>
                <a:cubicBezTo>
                  <a:pt x="3289138" y="454776"/>
                  <a:pt x="3301212" y="472648"/>
                  <a:pt x="3317993" y="485608"/>
                </a:cubicBezTo>
                <a:cubicBezTo>
                  <a:pt x="3334773" y="498568"/>
                  <a:pt x="3357488" y="505049"/>
                  <a:pt x="3386137" y="505049"/>
                </a:cubicBezTo>
                <a:cubicBezTo>
                  <a:pt x="3415605" y="505049"/>
                  <a:pt x="3439071" y="498568"/>
                  <a:pt x="3456533" y="485608"/>
                </a:cubicBezTo>
                <a:cubicBezTo>
                  <a:pt x="3473996" y="472648"/>
                  <a:pt x="3486547" y="454776"/>
                  <a:pt x="3494186" y="431993"/>
                </a:cubicBezTo>
                <a:cubicBezTo>
                  <a:pt x="3501826" y="409210"/>
                  <a:pt x="3505646" y="383357"/>
                  <a:pt x="3505646" y="354435"/>
                </a:cubicBezTo>
                <a:cubicBezTo>
                  <a:pt x="3505646" y="324967"/>
                  <a:pt x="3501826" y="298637"/>
                  <a:pt x="3494186" y="275444"/>
                </a:cubicBezTo>
                <a:cubicBezTo>
                  <a:pt x="3486547" y="252252"/>
                  <a:pt x="3473996" y="234039"/>
                  <a:pt x="3456533" y="220806"/>
                </a:cubicBezTo>
                <a:cubicBezTo>
                  <a:pt x="3439071" y="207572"/>
                  <a:pt x="3415605" y="200956"/>
                  <a:pt x="3386137" y="200956"/>
                </a:cubicBezTo>
                <a:close/>
                <a:moveTo>
                  <a:pt x="4523408" y="199728"/>
                </a:moveTo>
                <a:cubicBezTo>
                  <a:pt x="4490120" y="199728"/>
                  <a:pt x="4463995" y="209482"/>
                  <a:pt x="4445031" y="228991"/>
                </a:cubicBezTo>
                <a:cubicBezTo>
                  <a:pt x="4426068" y="248500"/>
                  <a:pt x="4415086" y="276945"/>
                  <a:pt x="4412084" y="314325"/>
                </a:cubicBezTo>
                <a:lnTo>
                  <a:pt x="4629820" y="314325"/>
                </a:lnTo>
                <a:cubicBezTo>
                  <a:pt x="4629001" y="277218"/>
                  <a:pt x="4619315" y="248841"/>
                  <a:pt x="4600761" y="229196"/>
                </a:cubicBezTo>
                <a:cubicBezTo>
                  <a:pt x="4582207" y="209550"/>
                  <a:pt x="4556423" y="199728"/>
                  <a:pt x="4523408" y="199728"/>
                </a:cubicBezTo>
                <a:close/>
                <a:moveTo>
                  <a:pt x="2196666" y="197272"/>
                </a:moveTo>
                <a:cubicBezTo>
                  <a:pt x="2170745" y="197272"/>
                  <a:pt x="2149258" y="204912"/>
                  <a:pt x="2132205" y="220192"/>
                </a:cubicBezTo>
                <a:cubicBezTo>
                  <a:pt x="2115152" y="235471"/>
                  <a:pt x="2106625" y="257982"/>
                  <a:pt x="2106625" y="287722"/>
                </a:cubicBezTo>
                <a:cubicBezTo>
                  <a:pt x="2106625" y="317736"/>
                  <a:pt x="2115425" y="340178"/>
                  <a:pt x="2133023" y="355049"/>
                </a:cubicBezTo>
                <a:cubicBezTo>
                  <a:pt x="2150622" y="369919"/>
                  <a:pt x="2171018" y="377354"/>
                  <a:pt x="2194210" y="377354"/>
                </a:cubicBezTo>
                <a:cubicBezTo>
                  <a:pt x="2220404" y="377354"/>
                  <a:pt x="2242028" y="369851"/>
                  <a:pt x="2259081" y="354844"/>
                </a:cubicBezTo>
                <a:cubicBezTo>
                  <a:pt x="2276134" y="339837"/>
                  <a:pt x="2284661" y="317600"/>
                  <a:pt x="2284661" y="288132"/>
                </a:cubicBezTo>
                <a:cubicBezTo>
                  <a:pt x="2284661" y="257299"/>
                  <a:pt x="2276611" y="234448"/>
                  <a:pt x="2260513" y="219578"/>
                </a:cubicBezTo>
                <a:cubicBezTo>
                  <a:pt x="2244415" y="204707"/>
                  <a:pt x="2223133" y="197272"/>
                  <a:pt x="2196666" y="197272"/>
                </a:cubicBezTo>
                <a:close/>
                <a:moveTo>
                  <a:pt x="1394036" y="154298"/>
                </a:moveTo>
                <a:lnTo>
                  <a:pt x="1462385" y="154298"/>
                </a:lnTo>
                <a:lnTo>
                  <a:pt x="1462385" y="552934"/>
                </a:lnTo>
                <a:lnTo>
                  <a:pt x="1394036" y="552934"/>
                </a:lnTo>
                <a:close/>
                <a:moveTo>
                  <a:pt x="3880693" y="149387"/>
                </a:moveTo>
                <a:lnTo>
                  <a:pt x="3888879" y="149387"/>
                </a:lnTo>
                <a:lnTo>
                  <a:pt x="3888879" y="212006"/>
                </a:lnTo>
                <a:lnTo>
                  <a:pt x="3879466" y="212006"/>
                </a:lnTo>
                <a:cubicBezTo>
                  <a:pt x="3859547" y="212006"/>
                  <a:pt x="3842085" y="214598"/>
                  <a:pt x="3827078" y="219782"/>
                </a:cubicBezTo>
                <a:cubicBezTo>
                  <a:pt x="3812071" y="224967"/>
                  <a:pt x="3798974" y="232129"/>
                  <a:pt x="3787787" y="241269"/>
                </a:cubicBezTo>
                <a:cubicBezTo>
                  <a:pt x="3776601" y="250410"/>
                  <a:pt x="3766641" y="260983"/>
                  <a:pt x="3757910" y="272988"/>
                </a:cubicBezTo>
                <a:lnTo>
                  <a:pt x="3757910" y="552934"/>
                </a:lnTo>
                <a:lnTo>
                  <a:pt x="3689561" y="552934"/>
                </a:lnTo>
                <a:lnTo>
                  <a:pt x="3689561" y="154298"/>
                </a:lnTo>
                <a:lnTo>
                  <a:pt x="3753817" y="154298"/>
                </a:lnTo>
                <a:lnTo>
                  <a:pt x="3756273" y="222238"/>
                </a:lnTo>
                <a:cubicBezTo>
                  <a:pt x="3767460" y="201501"/>
                  <a:pt x="3783012" y="184175"/>
                  <a:pt x="3802931" y="170260"/>
                </a:cubicBezTo>
                <a:cubicBezTo>
                  <a:pt x="3822849" y="156344"/>
                  <a:pt x="3848770" y="149387"/>
                  <a:pt x="3880693" y="149387"/>
                </a:cubicBezTo>
                <a:close/>
                <a:moveTo>
                  <a:pt x="1802792" y="148568"/>
                </a:moveTo>
                <a:cubicBezTo>
                  <a:pt x="1846449" y="148568"/>
                  <a:pt x="1878236" y="161460"/>
                  <a:pt x="1898154" y="187245"/>
                </a:cubicBezTo>
                <a:cubicBezTo>
                  <a:pt x="1918072" y="213029"/>
                  <a:pt x="1928031" y="249250"/>
                  <a:pt x="1928031" y="295908"/>
                </a:cubicBezTo>
                <a:lnTo>
                  <a:pt x="1928031" y="552934"/>
                </a:lnTo>
                <a:lnTo>
                  <a:pt x="1859682" y="552934"/>
                </a:lnTo>
                <a:lnTo>
                  <a:pt x="1859682" y="305731"/>
                </a:lnTo>
                <a:cubicBezTo>
                  <a:pt x="1859682" y="286358"/>
                  <a:pt x="1857636" y="269169"/>
                  <a:pt x="1853543" y="254162"/>
                </a:cubicBezTo>
                <a:cubicBezTo>
                  <a:pt x="1849450" y="239155"/>
                  <a:pt x="1842151" y="227354"/>
                  <a:pt x="1831646" y="218759"/>
                </a:cubicBezTo>
                <a:cubicBezTo>
                  <a:pt x="1821142" y="210164"/>
                  <a:pt x="1805930" y="205867"/>
                  <a:pt x="1786012" y="205867"/>
                </a:cubicBezTo>
                <a:cubicBezTo>
                  <a:pt x="1756271" y="205867"/>
                  <a:pt x="1731305" y="212620"/>
                  <a:pt x="1711114" y="226126"/>
                </a:cubicBezTo>
                <a:cubicBezTo>
                  <a:pt x="1690923" y="239632"/>
                  <a:pt x="1674689" y="254435"/>
                  <a:pt x="1662410" y="270533"/>
                </a:cubicBezTo>
                <a:lnTo>
                  <a:pt x="1662410" y="552934"/>
                </a:lnTo>
                <a:lnTo>
                  <a:pt x="1594061" y="552934"/>
                </a:lnTo>
                <a:lnTo>
                  <a:pt x="1594061" y="154298"/>
                </a:lnTo>
                <a:lnTo>
                  <a:pt x="1659545" y="154298"/>
                </a:lnTo>
                <a:lnTo>
                  <a:pt x="1662001" y="215690"/>
                </a:lnTo>
                <a:cubicBezTo>
                  <a:pt x="1674279" y="199591"/>
                  <a:pt x="1691878" y="184380"/>
                  <a:pt x="1714798" y="170055"/>
                </a:cubicBezTo>
                <a:cubicBezTo>
                  <a:pt x="1737717" y="155730"/>
                  <a:pt x="1767049" y="148568"/>
                  <a:pt x="1802792" y="148568"/>
                </a:cubicBezTo>
                <a:close/>
                <a:moveTo>
                  <a:pt x="4523408" y="147340"/>
                </a:moveTo>
                <a:cubicBezTo>
                  <a:pt x="4577705" y="147340"/>
                  <a:pt x="4620270" y="163711"/>
                  <a:pt x="4651102" y="196454"/>
                </a:cubicBezTo>
                <a:cubicBezTo>
                  <a:pt x="4681934" y="229196"/>
                  <a:pt x="4697350" y="276263"/>
                  <a:pt x="4697350" y="337654"/>
                </a:cubicBezTo>
                <a:cubicBezTo>
                  <a:pt x="4697350" y="341747"/>
                  <a:pt x="4697214" y="346590"/>
                  <a:pt x="4696941" y="352184"/>
                </a:cubicBezTo>
                <a:cubicBezTo>
                  <a:pt x="4696668" y="357777"/>
                  <a:pt x="4696259" y="361802"/>
                  <a:pt x="4695713" y="364257"/>
                </a:cubicBezTo>
                <a:lnTo>
                  <a:pt x="4411675" y="364257"/>
                </a:lnTo>
                <a:cubicBezTo>
                  <a:pt x="4411948" y="390178"/>
                  <a:pt x="4416109" y="413985"/>
                  <a:pt x="4424158" y="435676"/>
                </a:cubicBezTo>
                <a:cubicBezTo>
                  <a:pt x="4432207" y="457368"/>
                  <a:pt x="4444963" y="474762"/>
                  <a:pt x="4462425" y="487859"/>
                </a:cubicBezTo>
                <a:cubicBezTo>
                  <a:pt x="4479888" y="500956"/>
                  <a:pt x="4502944" y="507504"/>
                  <a:pt x="4531593" y="507504"/>
                </a:cubicBezTo>
                <a:cubicBezTo>
                  <a:pt x="4562153" y="507504"/>
                  <a:pt x="4586027" y="500342"/>
                  <a:pt x="4603217" y="486017"/>
                </a:cubicBezTo>
                <a:cubicBezTo>
                  <a:pt x="4620406" y="471693"/>
                  <a:pt x="4629411" y="451024"/>
                  <a:pt x="4630229" y="424012"/>
                </a:cubicBezTo>
                <a:lnTo>
                  <a:pt x="4697760" y="424012"/>
                </a:lnTo>
                <a:cubicBezTo>
                  <a:pt x="4696941" y="452115"/>
                  <a:pt x="4689710" y="476331"/>
                  <a:pt x="4676068" y="496659"/>
                </a:cubicBezTo>
                <a:cubicBezTo>
                  <a:pt x="4662426" y="516986"/>
                  <a:pt x="4643326" y="532675"/>
                  <a:pt x="4618769" y="543725"/>
                </a:cubicBezTo>
                <a:cubicBezTo>
                  <a:pt x="4594213" y="554776"/>
                  <a:pt x="4565154" y="560301"/>
                  <a:pt x="4531593" y="560301"/>
                </a:cubicBezTo>
                <a:cubicBezTo>
                  <a:pt x="4488210" y="560301"/>
                  <a:pt x="4452671" y="551229"/>
                  <a:pt x="4424977" y="533084"/>
                </a:cubicBezTo>
                <a:cubicBezTo>
                  <a:pt x="4397282" y="514940"/>
                  <a:pt x="4376750" y="490247"/>
                  <a:pt x="4363380" y="459005"/>
                </a:cubicBezTo>
                <a:cubicBezTo>
                  <a:pt x="4350010" y="427763"/>
                  <a:pt x="4343326" y="392634"/>
                  <a:pt x="4343326" y="353616"/>
                </a:cubicBezTo>
                <a:cubicBezTo>
                  <a:pt x="4343326" y="312961"/>
                  <a:pt x="4349806" y="277149"/>
                  <a:pt x="4362766" y="246181"/>
                </a:cubicBezTo>
                <a:cubicBezTo>
                  <a:pt x="4375727" y="215212"/>
                  <a:pt x="4395509" y="190997"/>
                  <a:pt x="4422112" y="173534"/>
                </a:cubicBezTo>
                <a:cubicBezTo>
                  <a:pt x="4448715" y="156072"/>
                  <a:pt x="4482480" y="147340"/>
                  <a:pt x="4523408" y="147340"/>
                </a:cubicBezTo>
                <a:close/>
                <a:moveTo>
                  <a:pt x="4092959" y="147340"/>
                </a:moveTo>
                <a:cubicBezTo>
                  <a:pt x="4113969" y="147340"/>
                  <a:pt x="4133682" y="149796"/>
                  <a:pt x="4152100" y="154707"/>
                </a:cubicBezTo>
                <a:cubicBezTo>
                  <a:pt x="4170517" y="159619"/>
                  <a:pt x="4186752" y="167258"/>
                  <a:pt x="4200804" y="177627"/>
                </a:cubicBezTo>
                <a:cubicBezTo>
                  <a:pt x="4214856" y="187995"/>
                  <a:pt x="4225974" y="201365"/>
                  <a:pt x="4234160" y="217736"/>
                </a:cubicBezTo>
                <a:cubicBezTo>
                  <a:pt x="4242346" y="234107"/>
                  <a:pt x="4246438" y="253752"/>
                  <a:pt x="4246438" y="276672"/>
                </a:cubicBezTo>
                <a:lnTo>
                  <a:pt x="4180135" y="276672"/>
                </a:lnTo>
                <a:cubicBezTo>
                  <a:pt x="4180135" y="248295"/>
                  <a:pt x="4171677" y="228241"/>
                  <a:pt x="4154760" y="216508"/>
                </a:cubicBezTo>
                <a:cubicBezTo>
                  <a:pt x="4137843" y="204776"/>
                  <a:pt x="4117244" y="198909"/>
                  <a:pt x="4092959" y="198909"/>
                </a:cubicBezTo>
                <a:cubicBezTo>
                  <a:pt x="4068403" y="198909"/>
                  <a:pt x="4048485" y="203275"/>
                  <a:pt x="4033205" y="212006"/>
                </a:cubicBezTo>
                <a:cubicBezTo>
                  <a:pt x="4017925" y="220737"/>
                  <a:pt x="4010285" y="234380"/>
                  <a:pt x="4010285" y="252934"/>
                </a:cubicBezTo>
                <a:cubicBezTo>
                  <a:pt x="4010285" y="263575"/>
                  <a:pt x="4013696" y="272579"/>
                  <a:pt x="4020517" y="279946"/>
                </a:cubicBezTo>
                <a:cubicBezTo>
                  <a:pt x="4027338" y="287313"/>
                  <a:pt x="4038798" y="293930"/>
                  <a:pt x="4054897" y="299796"/>
                </a:cubicBezTo>
                <a:cubicBezTo>
                  <a:pt x="4070995" y="305662"/>
                  <a:pt x="4092687" y="311870"/>
                  <a:pt x="4119972" y="318418"/>
                </a:cubicBezTo>
                <a:cubicBezTo>
                  <a:pt x="4149713" y="325512"/>
                  <a:pt x="4174678" y="333971"/>
                  <a:pt x="4194869" y="343793"/>
                </a:cubicBezTo>
                <a:cubicBezTo>
                  <a:pt x="4215061" y="353616"/>
                  <a:pt x="4230272" y="366235"/>
                  <a:pt x="4240504" y="381652"/>
                </a:cubicBezTo>
                <a:cubicBezTo>
                  <a:pt x="4250736" y="397068"/>
                  <a:pt x="4255852" y="416781"/>
                  <a:pt x="4255852" y="440792"/>
                </a:cubicBezTo>
                <a:cubicBezTo>
                  <a:pt x="4255852" y="461529"/>
                  <a:pt x="4251827" y="479469"/>
                  <a:pt x="4243778" y="494612"/>
                </a:cubicBezTo>
                <a:cubicBezTo>
                  <a:pt x="4235729" y="509755"/>
                  <a:pt x="4224542" y="522170"/>
                  <a:pt x="4210217" y="531856"/>
                </a:cubicBezTo>
                <a:cubicBezTo>
                  <a:pt x="4195893" y="541543"/>
                  <a:pt x="4179112" y="548705"/>
                  <a:pt x="4159876" y="553343"/>
                </a:cubicBezTo>
                <a:cubicBezTo>
                  <a:pt x="4140640" y="557982"/>
                  <a:pt x="4119835" y="560301"/>
                  <a:pt x="4097461" y="560301"/>
                </a:cubicBezTo>
                <a:cubicBezTo>
                  <a:pt x="4075088" y="560301"/>
                  <a:pt x="4053873" y="557846"/>
                  <a:pt x="4033819" y="552934"/>
                </a:cubicBezTo>
                <a:cubicBezTo>
                  <a:pt x="4013764" y="548023"/>
                  <a:pt x="3996097" y="540247"/>
                  <a:pt x="3980817" y="529605"/>
                </a:cubicBezTo>
                <a:cubicBezTo>
                  <a:pt x="3965538" y="518964"/>
                  <a:pt x="3953600" y="504980"/>
                  <a:pt x="3945005" y="487654"/>
                </a:cubicBezTo>
                <a:cubicBezTo>
                  <a:pt x="3936411" y="470328"/>
                  <a:pt x="3932113" y="449387"/>
                  <a:pt x="3932113" y="424830"/>
                </a:cubicBezTo>
                <a:lnTo>
                  <a:pt x="3998007" y="424830"/>
                </a:lnTo>
                <a:cubicBezTo>
                  <a:pt x="3998007" y="455935"/>
                  <a:pt x="4007625" y="477832"/>
                  <a:pt x="4026861" y="490519"/>
                </a:cubicBezTo>
                <a:cubicBezTo>
                  <a:pt x="4046097" y="503207"/>
                  <a:pt x="4070177" y="509551"/>
                  <a:pt x="4099098" y="509551"/>
                </a:cubicBezTo>
                <a:cubicBezTo>
                  <a:pt x="4125020" y="509551"/>
                  <a:pt x="4146370" y="504571"/>
                  <a:pt x="4163150" y="494612"/>
                </a:cubicBezTo>
                <a:cubicBezTo>
                  <a:pt x="4179931" y="484653"/>
                  <a:pt x="4188321" y="468214"/>
                  <a:pt x="4188321" y="445294"/>
                </a:cubicBezTo>
                <a:cubicBezTo>
                  <a:pt x="4188321" y="425649"/>
                  <a:pt x="4180749" y="411051"/>
                  <a:pt x="4165606" y="401502"/>
                </a:cubicBezTo>
                <a:cubicBezTo>
                  <a:pt x="4150463" y="391952"/>
                  <a:pt x="4123792" y="382675"/>
                  <a:pt x="4085592" y="373671"/>
                </a:cubicBezTo>
                <a:cubicBezTo>
                  <a:pt x="4054487" y="366304"/>
                  <a:pt x="4028293" y="357777"/>
                  <a:pt x="4007011" y="348091"/>
                </a:cubicBezTo>
                <a:cubicBezTo>
                  <a:pt x="3985729" y="338405"/>
                  <a:pt x="3969767" y="326126"/>
                  <a:pt x="3959125" y="311256"/>
                </a:cubicBezTo>
                <a:cubicBezTo>
                  <a:pt x="3948484" y="296385"/>
                  <a:pt x="3943164" y="277627"/>
                  <a:pt x="3943164" y="254980"/>
                </a:cubicBezTo>
                <a:cubicBezTo>
                  <a:pt x="3943164" y="237245"/>
                  <a:pt x="3946915" y="221624"/>
                  <a:pt x="3954419" y="208118"/>
                </a:cubicBezTo>
                <a:cubicBezTo>
                  <a:pt x="3961923" y="194612"/>
                  <a:pt x="3972427" y="183357"/>
                  <a:pt x="3985933" y="174353"/>
                </a:cubicBezTo>
                <a:cubicBezTo>
                  <a:pt x="3999439" y="165348"/>
                  <a:pt x="4015333" y="158595"/>
                  <a:pt x="4033614" y="154093"/>
                </a:cubicBezTo>
                <a:cubicBezTo>
                  <a:pt x="4051895" y="149591"/>
                  <a:pt x="4071677" y="147340"/>
                  <a:pt x="4092959" y="147340"/>
                </a:cubicBezTo>
                <a:close/>
                <a:moveTo>
                  <a:pt x="1117960" y="147340"/>
                </a:moveTo>
                <a:cubicBezTo>
                  <a:pt x="1148792" y="147340"/>
                  <a:pt x="1176555" y="152388"/>
                  <a:pt x="1201248" y="162484"/>
                </a:cubicBezTo>
                <a:cubicBezTo>
                  <a:pt x="1225941" y="172579"/>
                  <a:pt x="1245654" y="187791"/>
                  <a:pt x="1260388" y="208118"/>
                </a:cubicBezTo>
                <a:cubicBezTo>
                  <a:pt x="1275122" y="228445"/>
                  <a:pt x="1282899" y="254162"/>
                  <a:pt x="1283717" y="285267"/>
                </a:cubicBezTo>
                <a:lnTo>
                  <a:pt x="1216186" y="285267"/>
                </a:lnTo>
                <a:cubicBezTo>
                  <a:pt x="1214549" y="259619"/>
                  <a:pt x="1205272" y="239428"/>
                  <a:pt x="1188356" y="224694"/>
                </a:cubicBezTo>
                <a:cubicBezTo>
                  <a:pt x="1171439" y="209960"/>
                  <a:pt x="1148383" y="202593"/>
                  <a:pt x="1119188" y="202593"/>
                </a:cubicBezTo>
                <a:cubicBezTo>
                  <a:pt x="1080443" y="202593"/>
                  <a:pt x="1051520" y="215894"/>
                  <a:pt x="1032421" y="242497"/>
                </a:cubicBezTo>
                <a:cubicBezTo>
                  <a:pt x="1013321" y="269100"/>
                  <a:pt x="1003771" y="306413"/>
                  <a:pt x="1003771" y="354435"/>
                </a:cubicBezTo>
                <a:cubicBezTo>
                  <a:pt x="1003771" y="386358"/>
                  <a:pt x="1008001" y="413439"/>
                  <a:pt x="1016459" y="435676"/>
                </a:cubicBezTo>
                <a:cubicBezTo>
                  <a:pt x="1024917" y="457914"/>
                  <a:pt x="1037741" y="474967"/>
                  <a:pt x="1054931" y="486836"/>
                </a:cubicBezTo>
                <a:cubicBezTo>
                  <a:pt x="1072121" y="498705"/>
                  <a:pt x="1093540" y="504639"/>
                  <a:pt x="1119188" y="504639"/>
                </a:cubicBezTo>
                <a:cubicBezTo>
                  <a:pt x="1148383" y="504639"/>
                  <a:pt x="1172121" y="497068"/>
                  <a:pt x="1190402" y="481925"/>
                </a:cubicBezTo>
                <a:cubicBezTo>
                  <a:pt x="1208683" y="466781"/>
                  <a:pt x="1218233" y="444612"/>
                  <a:pt x="1219051" y="415417"/>
                </a:cubicBezTo>
                <a:lnTo>
                  <a:pt x="1286582" y="415417"/>
                </a:lnTo>
                <a:cubicBezTo>
                  <a:pt x="1285763" y="447613"/>
                  <a:pt x="1277919" y="474421"/>
                  <a:pt x="1263049" y="495840"/>
                </a:cubicBezTo>
                <a:cubicBezTo>
                  <a:pt x="1248178" y="517259"/>
                  <a:pt x="1228123" y="533289"/>
                  <a:pt x="1202885" y="543930"/>
                </a:cubicBezTo>
                <a:cubicBezTo>
                  <a:pt x="1177646" y="554571"/>
                  <a:pt x="1149338" y="559892"/>
                  <a:pt x="1117960" y="559892"/>
                </a:cubicBezTo>
                <a:cubicBezTo>
                  <a:pt x="1081943" y="559892"/>
                  <a:pt x="1050020" y="552320"/>
                  <a:pt x="1022189" y="537177"/>
                </a:cubicBezTo>
                <a:cubicBezTo>
                  <a:pt x="994358" y="522034"/>
                  <a:pt x="972598" y="499251"/>
                  <a:pt x="956909" y="468828"/>
                </a:cubicBezTo>
                <a:cubicBezTo>
                  <a:pt x="941220" y="438405"/>
                  <a:pt x="933376" y="400274"/>
                  <a:pt x="933376" y="354435"/>
                </a:cubicBezTo>
                <a:cubicBezTo>
                  <a:pt x="933376" y="308596"/>
                  <a:pt x="941084" y="270328"/>
                  <a:pt x="956500" y="239632"/>
                </a:cubicBezTo>
                <a:cubicBezTo>
                  <a:pt x="971916" y="208937"/>
                  <a:pt x="993471" y="185881"/>
                  <a:pt x="1021166" y="170464"/>
                </a:cubicBezTo>
                <a:cubicBezTo>
                  <a:pt x="1048860" y="155048"/>
                  <a:pt x="1081125" y="147340"/>
                  <a:pt x="1117960" y="147340"/>
                </a:cubicBezTo>
                <a:close/>
                <a:moveTo>
                  <a:pt x="668238" y="147340"/>
                </a:moveTo>
                <a:cubicBezTo>
                  <a:pt x="688702" y="147340"/>
                  <a:pt x="708279" y="149250"/>
                  <a:pt x="726970" y="153070"/>
                </a:cubicBezTo>
                <a:cubicBezTo>
                  <a:pt x="745660" y="156890"/>
                  <a:pt x="762440" y="163848"/>
                  <a:pt x="777311" y="173943"/>
                </a:cubicBezTo>
                <a:cubicBezTo>
                  <a:pt x="792181" y="184039"/>
                  <a:pt x="803982" y="198159"/>
                  <a:pt x="812713" y="216304"/>
                </a:cubicBezTo>
                <a:cubicBezTo>
                  <a:pt x="821444" y="234448"/>
                  <a:pt x="825810" y="257845"/>
                  <a:pt x="825810" y="286495"/>
                </a:cubicBezTo>
                <a:lnTo>
                  <a:pt x="825810" y="552934"/>
                </a:lnTo>
                <a:lnTo>
                  <a:pt x="761963" y="552934"/>
                </a:lnTo>
                <a:lnTo>
                  <a:pt x="759098" y="492361"/>
                </a:lnTo>
                <a:cubicBezTo>
                  <a:pt x="740817" y="512825"/>
                  <a:pt x="719603" y="529264"/>
                  <a:pt x="695455" y="541679"/>
                </a:cubicBezTo>
                <a:cubicBezTo>
                  <a:pt x="671308" y="554094"/>
                  <a:pt x="643136" y="560301"/>
                  <a:pt x="610940" y="560301"/>
                </a:cubicBezTo>
                <a:cubicBezTo>
                  <a:pt x="588020" y="560301"/>
                  <a:pt x="567079" y="555936"/>
                  <a:pt x="548115" y="547204"/>
                </a:cubicBezTo>
                <a:cubicBezTo>
                  <a:pt x="529152" y="538473"/>
                  <a:pt x="514009" y="525581"/>
                  <a:pt x="502686" y="508528"/>
                </a:cubicBezTo>
                <a:cubicBezTo>
                  <a:pt x="491362" y="491474"/>
                  <a:pt x="485701" y="470397"/>
                  <a:pt x="485701" y="445294"/>
                </a:cubicBezTo>
                <a:cubicBezTo>
                  <a:pt x="485701" y="409551"/>
                  <a:pt x="496888" y="382402"/>
                  <a:pt x="519261" y="363848"/>
                </a:cubicBezTo>
                <a:cubicBezTo>
                  <a:pt x="541635" y="345294"/>
                  <a:pt x="573286" y="332675"/>
                  <a:pt x="614214" y="325990"/>
                </a:cubicBezTo>
                <a:cubicBezTo>
                  <a:pt x="655141" y="319305"/>
                  <a:pt x="703027" y="315690"/>
                  <a:pt x="757870" y="315144"/>
                </a:cubicBezTo>
                <a:lnTo>
                  <a:pt x="757870" y="287313"/>
                </a:lnTo>
                <a:cubicBezTo>
                  <a:pt x="757870" y="253207"/>
                  <a:pt x="749412" y="229810"/>
                  <a:pt x="732495" y="217122"/>
                </a:cubicBezTo>
                <a:cubicBezTo>
                  <a:pt x="715578" y="204434"/>
                  <a:pt x="694159" y="198091"/>
                  <a:pt x="668238" y="198091"/>
                </a:cubicBezTo>
                <a:cubicBezTo>
                  <a:pt x="640680" y="198091"/>
                  <a:pt x="617488" y="205048"/>
                  <a:pt x="598661" y="218964"/>
                </a:cubicBezTo>
                <a:cubicBezTo>
                  <a:pt x="579834" y="232879"/>
                  <a:pt x="570421" y="254844"/>
                  <a:pt x="570421" y="284858"/>
                </a:cubicBezTo>
                <a:lnTo>
                  <a:pt x="504118" y="284858"/>
                </a:lnTo>
                <a:cubicBezTo>
                  <a:pt x="504118" y="252115"/>
                  <a:pt x="511144" y="225649"/>
                  <a:pt x="525196" y="205458"/>
                </a:cubicBezTo>
                <a:cubicBezTo>
                  <a:pt x="539248" y="185267"/>
                  <a:pt x="558620" y="170533"/>
                  <a:pt x="583313" y="161256"/>
                </a:cubicBezTo>
                <a:cubicBezTo>
                  <a:pt x="608006" y="151979"/>
                  <a:pt x="636315" y="147340"/>
                  <a:pt x="668238" y="147340"/>
                </a:cubicBezTo>
                <a:close/>
                <a:moveTo>
                  <a:pt x="3386137" y="146522"/>
                </a:moveTo>
                <a:cubicBezTo>
                  <a:pt x="3425974" y="146522"/>
                  <a:pt x="3460012" y="154844"/>
                  <a:pt x="3488252" y="171488"/>
                </a:cubicBezTo>
                <a:cubicBezTo>
                  <a:pt x="3516492" y="188132"/>
                  <a:pt x="3538184" y="211938"/>
                  <a:pt x="3553327" y="242907"/>
                </a:cubicBezTo>
                <a:cubicBezTo>
                  <a:pt x="3568470" y="273875"/>
                  <a:pt x="3576042" y="311051"/>
                  <a:pt x="3576042" y="354435"/>
                </a:cubicBezTo>
                <a:cubicBezTo>
                  <a:pt x="3576042" y="396727"/>
                  <a:pt x="3568470" y="433221"/>
                  <a:pt x="3553327" y="463916"/>
                </a:cubicBezTo>
                <a:cubicBezTo>
                  <a:pt x="3538184" y="494612"/>
                  <a:pt x="3516492" y="518214"/>
                  <a:pt x="3488252" y="534721"/>
                </a:cubicBezTo>
                <a:cubicBezTo>
                  <a:pt x="3460012" y="551229"/>
                  <a:pt x="3425974" y="559483"/>
                  <a:pt x="3386137" y="559483"/>
                </a:cubicBezTo>
                <a:cubicBezTo>
                  <a:pt x="3347120" y="559483"/>
                  <a:pt x="3313695" y="551229"/>
                  <a:pt x="3285864" y="534721"/>
                </a:cubicBezTo>
                <a:cubicBezTo>
                  <a:pt x="3258034" y="518214"/>
                  <a:pt x="3236819" y="494612"/>
                  <a:pt x="3222222" y="463916"/>
                </a:cubicBezTo>
                <a:cubicBezTo>
                  <a:pt x="3207625" y="433221"/>
                  <a:pt x="3200326" y="396727"/>
                  <a:pt x="3200326" y="354435"/>
                </a:cubicBezTo>
                <a:cubicBezTo>
                  <a:pt x="3200326" y="311051"/>
                  <a:pt x="3207625" y="273875"/>
                  <a:pt x="3222222" y="242907"/>
                </a:cubicBezTo>
                <a:cubicBezTo>
                  <a:pt x="3236819" y="211938"/>
                  <a:pt x="3258034" y="188132"/>
                  <a:pt x="3285864" y="171488"/>
                </a:cubicBezTo>
                <a:cubicBezTo>
                  <a:pt x="3313695" y="154844"/>
                  <a:pt x="3347120" y="146522"/>
                  <a:pt x="3386137" y="146522"/>
                </a:cubicBezTo>
                <a:close/>
                <a:moveTo>
                  <a:pt x="2390254" y="101501"/>
                </a:moveTo>
                <a:lnTo>
                  <a:pt x="2390254" y="159209"/>
                </a:lnTo>
                <a:cubicBezTo>
                  <a:pt x="2371154" y="159209"/>
                  <a:pt x="2353624" y="161187"/>
                  <a:pt x="2337662" y="165144"/>
                </a:cubicBezTo>
                <a:cubicBezTo>
                  <a:pt x="2325691" y="168111"/>
                  <a:pt x="2315369" y="174417"/>
                  <a:pt x="2306698" y="184060"/>
                </a:cubicBezTo>
                <a:lnTo>
                  <a:pt x="2304992" y="186319"/>
                </a:lnTo>
                <a:lnTo>
                  <a:pt x="2311468" y="191031"/>
                </a:lnTo>
                <a:cubicBezTo>
                  <a:pt x="2319927" y="199284"/>
                  <a:pt x="2326952" y="208595"/>
                  <a:pt x="2332546" y="218964"/>
                </a:cubicBezTo>
                <a:cubicBezTo>
                  <a:pt x="2343733" y="239701"/>
                  <a:pt x="2349326" y="262757"/>
                  <a:pt x="2349326" y="288132"/>
                </a:cubicBezTo>
                <a:cubicBezTo>
                  <a:pt x="2349326" y="312688"/>
                  <a:pt x="2343665" y="335267"/>
                  <a:pt x="2332341" y="355867"/>
                </a:cubicBezTo>
                <a:cubicBezTo>
                  <a:pt x="2321018" y="376467"/>
                  <a:pt x="2303897" y="392975"/>
                  <a:pt x="2280977" y="405390"/>
                </a:cubicBezTo>
                <a:cubicBezTo>
                  <a:pt x="2258058" y="417804"/>
                  <a:pt x="2229272" y="424012"/>
                  <a:pt x="2194620" y="424012"/>
                </a:cubicBezTo>
                <a:cubicBezTo>
                  <a:pt x="2178249" y="424012"/>
                  <a:pt x="2163122" y="422426"/>
                  <a:pt x="2149241" y="419254"/>
                </a:cubicBezTo>
                <a:lnTo>
                  <a:pt x="2136308" y="415387"/>
                </a:lnTo>
                <a:lnTo>
                  <a:pt x="2109899" y="427491"/>
                </a:lnTo>
                <a:cubicBezTo>
                  <a:pt x="2101441" y="433903"/>
                  <a:pt x="2097212" y="441065"/>
                  <a:pt x="2097212" y="448978"/>
                </a:cubicBezTo>
                <a:cubicBezTo>
                  <a:pt x="2097212" y="454435"/>
                  <a:pt x="2099736" y="459278"/>
                  <a:pt x="2104783" y="463507"/>
                </a:cubicBezTo>
                <a:cubicBezTo>
                  <a:pt x="2109831" y="467736"/>
                  <a:pt x="2118426" y="471147"/>
                  <a:pt x="2130568" y="473739"/>
                </a:cubicBezTo>
                <a:cubicBezTo>
                  <a:pt x="2142710" y="476331"/>
                  <a:pt x="2159558" y="477627"/>
                  <a:pt x="2181113" y="477627"/>
                </a:cubicBezTo>
                <a:lnTo>
                  <a:pt x="2207716" y="477627"/>
                </a:lnTo>
                <a:cubicBezTo>
                  <a:pt x="2273201" y="477627"/>
                  <a:pt x="2319995" y="486290"/>
                  <a:pt x="2348099" y="503616"/>
                </a:cubicBezTo>
                <a:cubicBezTo>
                  <a:pt x="2376202" y="520942"/>
                  <a:pt x="2390254" y="547750"/>
                  <a:pt x="2390254" y="584039"/>
                </a:cubicBezTo>
                <a:cubicBezTo>
                  <a:pt x="2390254" y="620056"/>
                  <a:pt x="2374224" y="649592"/>
                  <a:pt x="2342164" y="672648"/>
                </a:cubicBezTo>
                <a:cubicBezTo>
                  <a:pt x="2310104" y="695704"/>
                  <a:pt x="2262560" y="707232"/>
                  <a:pt x="2199531" y="707232"/>
                </a:cubicBezTo>
                <a:cubicBezTo>
                  <a:pt x="2156420" y="707232"/>
                  <a:pt x="2121973" y="702320"/>
                  <a:pt x="2096188" y="692498"/>
                </a:cubicBezTo>
                <a:cubicBezTo>
                  <a:pt x="2070404" y="682675"/>
                  <a:pt x="2051782" y="669578"/>
                  <a:pt x="2040322" y="653207"/>
                </a:cubicBezTo>
                <a:cubicBezTo>
                  <a:pt x="2028862" y="636836"/>
                  <a:pt x="2023132" y="619101"/>
                  <a:pt x="2023132" y="600001"/>
                </a:cubicBezTo>
                <a:cubicBezTo>
                  <a:pt x="2023132" y="576809"/>
                  <a:pt x="2033023" y="556208"/>
                  <a:pt x="2052805" y="538200"/>
                </a:cubicBezTo>
                <a:cubicBezTo>
                  <a:pt x="2057750" y="533698"/>
                  <a:pt x="2063365" y="529529"/>
                  <a:pt x="2069649" y="525692"/>
                </a:cubicBezTo>
                <a:lnTo>
                  <a:pt x="2088929" y="515975"/>
                </a:lnTo>
                <a:lnTo>
                  <a:pt x="2082273" y="513439"/>
                </a:lnTo>
                <a:cubicBezTo>
                  <a:pt x="2067403" y="505390"/>
                  <a:pt x="2056830" y="496386"/>
                  <a:pt x="2050554" y="486427"/>
                </a:cubicBezTo>
                <a:cubicBezTo>
                  <a:pt x="2044278" y="476467"/>
                  <a:pt x="2041141" y="466849"/>
                  <a:pt x="2041141" y="457572"/>
                </a:cubicBezTo>
                <a:cubicBezTo>
                  <a:pt x="2041141" y="444203"/>
                  <a:pt x="2046530" y="431583"/>
                  <a:pt x="2057307" y="419714"/>
                </a:cubicBezTo>
                <a:cubicBezTo>
                  <a:pt x="2062696" y="413780"/>
                  <a:pt x="2069807" y="408374"/>
                  <a:pt x="2078641" y="403497"/>
                </a:cubicBezTo>
                <a:lnTo>
                  <a:pt x="2098268" y="395411"/>
                </a:lnTo>
                <a:lnTo>
                  <a:pt x="2081301" y="382982"/>
                </a:lnTo>
                <a:cubicBezTo>
                  <a:pt x="2072672" y="374660"/>
                  <a:pt x="2065425" y="365349"/>
                  <a:pt x="2059558" y="355049"/>
                </a:cubicBezTo>
                <a:cubicBezTo>
                  <a:pt x="2047825" y="334448"/>
                  <a:pt x="2041959" y="312143"/>
                  <a:pt x="2041959" y="288132"/>
                </a:cubicBezTo>
                <a:cubicBezTo>
                  <a:pt x="2041959" y="262757"/>
                  <a:pt x="2047894" y="239701"/>
                  <a:pt x="2059763" y="218964"/>
                </a:cubicBezTo>
                <a:cubicBezTo>
                  <a:pt x="2071632" y="198227"/>
                  <a:pt x="2089094" y="181720"/>
                  <a:pt x="2112150" y="169441"/>
                </a:cubicBezTo>
                <a:cubicBezTo>
                  <a:pt x="2135206" y="157163"/>
                  <a:pt x="2163378" y="151024"/>
                  <a:pt x="2196666" y="151024"/>
                </a:cubicBezTo>
                <a:cubicBezTo>
                  <a:pt x="2222246" y="151024"/>
                  <a:pt x="2244603" y="154477"/>
                  <a:pt x="2263736" y="161384"/>
                </a:cubicBezTo>
                <a:lnTo>
                  <a:pt x="2272699" y="165383"/>
                </a:lnTo>
                <a:lnTo>
                  <a:pt x="2280222" y="151331"/>
                </a:lnTo>
                <a:cubicBezTo>
                  <a:pt x="2290378" y="135164"/>
                  <a:pt x="2302566" y="123602"/>
                  <a:pt x="2316789" y="116644"/>
                </a:cubicBezTo>
                <a:cubicBezTo>
                  <a:pt x="2335752" y="107368"/>
                  <a:pt x="2360241" y="102320"/>
                  <a:pt x="2390254" y="101501"/>
                </a:cubicBezTo>
                <a:close/>
                <a:moveTo>
                  <a:pt x="73670" y="63438"/>
                </a:moveTo>
                <a:lnTo>
                  <a:pt x="73670" y="258254"/>
                </a:lnTo>
                <a:lnTo>
                  <a:pt x="198909" y="258254"/>
                </a:lnTo>
                <a:cubicBezTo>
                  <a:pt x="219100" y="258254"/>
                  <a:pt x="237381" y="254435"/>
                  <a:pt x="253752" y="246795"/>
                </a:cubicBezTo>
                <a:cubicBezTo>
                  <a:pt x="270123" y="239155"/>
                  <a:pt x="283152" y="228104"/>
                  <a:pt x="292838" y="213643"/>
                </a:cubicBezTo>
                <a:cubicBezTo>
                  <a:pt x="302524" y="199182"/>
                  <a:pt x="307368" y="181720"/>
                  <a:pt x="307368" y="161256"/>
                </a:cubicBezTo>
                <a:cubicBezTo>
                  <a:pt x="307368" y="130423"/>
                  <a:pt x="298295" y="106413"/>
                  <a:pt x="280150" y="89223"/>
                </a:cubicBezTo>
                <a:cubicBezTo>
                  <a:pt x="262006" y="72033"/>
                  <a:pt x="235607" y="63438"/>
                  <a:pt x="200955" y="63438"/>
                </a:cubicBezTo>
                <a:close/>
                <a:moveTo>
                  <a:pt x="2638425" y="2047"/>
                </a:moveTo>
                <a:lnTo>
                  <a:pt x="2712095" y="2047"/>
                </a:lnTo>
                <a:lnTo>
                  <a:pt x="2712095" y="233289"/>
                </a:lnTo>
                <a:lnTo>
                  <a:pt x="3013323" y="233289"/>
                </a:lnTo>
                <a:lnTo>
                  <a:pt x="3013323" y="2047"/>
                </a:lnTo>
                <a:lnTo>
                  <a:pt x="3086174" y="2047"/>
                </a:lnTo>
                <a:lnTo>
                  <a:pt x="3086174" y="552934"/>
                </a:lnTo>
                <a:lnTo>
                  <a:pt x="3013323" y="552934"/>
                </a:lnTo>
                <a:lnTo>
                  <a:pt x="3013323" y="297136"/>
                </a:lnTo>
                <a:lnTo>
                  <a:pt x="2712095" y="297136"/>
                </a:lnTo>
                <a:lnTo>
                  <a:pt x="2712095" y="552934"/>
                </a:lnTo>
                <a:lnTo>
                  <a:pt x="2638425" y="552934"/>
                </a:lnTo>
                <a:close/>
                <a:moveTo>
                  <a:pt x="0" y="2047"/>
                </a:moveTo>
                <a:lnTo>
                  <a:pt x="208322" y="2047"/>
                </a:lnTo>
                <a:cubicBezTo>
                  <a:pt x="240246" y="2047"/>
                  <a:pt x="269236" y="7095"/>
                  <a:pt x="295294" y="17190"/>
                </a:cubicBezTo>
                <a:cubicBezTo>
                  <a:pt x="321351" y="27286"/>
                  <a:pt x="342156" y="43111"/>
                  <a:pt x="357708" y="64666"/>
                </a:cubicBezTo>
                <a:cubicBezTo>
                  <a:pt x="373261" y="86222"/>
                  <a:pt x="381037" y="114189"/>
                  <a:pt x="381037" y="148568"/>
                </a:cubicBezTo>
                <a:cubicBezTo>
                  <a:pt x="381037" y="183493"/>
                  <a:pt x="371283" y="213234"/>
                  <a:pt x="351774" y="237791"/>
                </a:cubicBezTo>
                <a:cubicBezTo>
                  <a:pt x="332265" y="262347"/>
                  <a:pt x="303684" y="278991"/>
                  <a:pt x="266030" y="287722"/>
                </a:cubicBezTo>
                <a:cubicBezTo>
                  <a:pt x="286767" y="290724"/>
                  <a:pt x="303820" y="297409"/>
                  <a:pt x="317190" y="307777"/>
                </a:cubicBezTo>
                <a:cubicBezTo>
                  <a:pt x="330560" y="318145"/>
                  <a:pt x="341679" y="332129"/>
                  <a:pt x="350546" y="349728"/>
                </a:cubicBezTo>
                <a:cubicBezTo>
                  <a:pt x="359414" y="367327"/>
                  <a:pt x="367122" y="389087"/>
                  <a:pt x="373670" y="415008"/>
                </a:cubicBezTo>
                <a:lnTo>
                  <a:pt x="409687" y="552934"/>
                </a:lnTo>
                <a:lnTo>
                  <a:pt x="334380" y="552934"/>
                </a:lnTo>
                <a:lnTo>
                  <a:pt x="302865" y="426467"/>
                </a:lnTo>
                <a:cubicBezTo>
                  <a:pt x="297408" y="403821"/>
                  <a:pt x="290928" y="384517"/>
                  <a:pt x="283425" y="368555"/>
                </a:cubicBezTo>
                <a:cubicBezTo>
                  <a:pt x="275921" y="352593"/>
                  <a:pt x="265894" y="340451"/>
                  <a:pt x="253343" y="332129"/>
                </a:cubicBezTo>
                <a:cubicBezTo>
                  <a:pt x="240791" y="323807"/>
                  <a:pt x="224011" y="319646"/>
                  <a:pt x="203002" y="319646"/>
                </a:cubicBezTo>
                <a:lnTo>
                  <a:pt x="73670" y="319646"/>
                </a:lnTo>
                <a:lnTo>
                  <a:pt x="73670" y="552934"/>
                </a:lnTo>
                <a:lnTo>
                  <a:pt x="0" y="552934"/>
                </a:lnTo>
                <a:close/>
                <a:moveTo>
                  <a:pt x="1428006" y="0"/>
                </a:moveTo>
                <a:cubicBezTo>
                  <a:pt x="1440830" y="0"/>
                  <a:pt x="1451198" y="3752"/>
                  <a:pt x="1459111" y="11256"/>
                </a:cubicBezTo>
                <a:cubicBezTo>
                  <a:pt x="1467024" y="18759"/>
                  <a:pt x="1470980" y="28241"/>
                  <a:pt x="1470980" y="39700"/>
                </a:cubicBezTo>
                <a:cubicBezTo>
                  <a:pt x="1470980" y="51160"/>
                  <a:pt x="1467024" y="60642"/>
                  <a:pt x="1459111" y="68145"/>
                </a:cubicBezTo>
                <a:cubicBezTo>
                  <a:pt x="1451198" y="75649"/>
                  <a:pt x="1440830" y="79400"/>
                  <a:pt x="1428006" y="79400"/>
                </a:cubicBezTo>
                <a:cubicBezTo>
                  <a:pt x="1415182" y="79400"/>
                  <a:pt x="1404882" y="75649"/>
                  <a:pt x="1397106" y="68145"/>
                </a:cubicBezTo>
                <a:cubicBezTo>
                  <a:pt x="1389329" y="60642"/>
                  <a:pt x="1385441" y="51160"/>
                  <a:pt x="1385441" y="39700"/>
                </a:cubicBezTo>
                <a:cubicBezTo>
                  <a:pt x="1385441" y="28241"/>
                  <a:pt x="1389329" y="18759"/>
                  <a:pt x="1397106" y="11256"/>
                </a:cubicBezTo>
                <a:cubicBezTo>
                  <a:pt x="1404882" y="3752"/>
                  <a:pt x="1415182" y="0"/>
                  <a:pt x="1428006" y="0"/>
                </a:cubicBezTo>
                <a:close/>
              </a:path>
            </a:pathLst>
          </a:custGeom>
        </p:spPr>
      </p:pic>
      <p:sp>
        <p:nvSpPr>
          <p:cNvPr id="22" name="文字方塊 21">
            <a:extLst>
              <a:ext uri="{FF2B5EF4-FFF2-40B4-BE49-F238E27FC236}">
                <a16:creationId xmlns:a16="http://schemas.microsoft.com/office/drawing/2014/main" id="{EC13616F-DDFE-682C-D544-E88CD973A8CE}"/>
              </a:ext>
            </a:extLst>
          </p:cNvPr>
          <p:cNvSpPr txBox="1"/>
          <p:nvPr/>
        </p:nvSpPr>
        <p:spPr>
          <a:xfrm>
            <a:off x="9620386" y="3868838"/>
            <a:ext cx="11019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/>
              <a:t>Team 13</a:t>
            </a:r>
            <a:endParaRPr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3573137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2E5C4E-6FF0-93A1-6CD2-930DCA12D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41872"/>
          </a:xfrm>
        </p:spPr>
        <p:txBody>
          <a:bodyPr>
            <a:normAutofit/>
          </a:bodyPr>
          <a:lstStyle/>
          <a:p>
            <a:r>
              <a:rPr lang="zh-TW" altLang="en-US" sz="3600" dirty="0"/>
              <a:t>玩法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D72911C-073C-C159-A6A8-063C3AE73C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4319"/>
            <a:ext cx="10515600" cy="5042644"/>
          </a:xfrm>
        </p:spPr>
        <p:txBody>
          <a:bodyPr/>
          <a:lstStyle/>
          <a:p>
            <a:r>
              <a:rPr lang="zh-TW" altLang="en-US" dirty="0"/>
              <a:t>玩家透過取得的賽馬資訊，來選擇下注馬匹，並在數種隨機事件中，嘗試將本金翻到目標金額。</a:t>
            </a:r>
            <a:endParaRPr lang="en-US" altLang="zh-TW" dirty="0"/>
          </a:p>
          <a:p>
            <a:r>
              <a:rPr lang="zh-TW" altLang="en-US" dirty="0"/>
              <a:t>隨機事件包含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1. </a:t>
            </a:r>
            <a:r>
              <a:rPr lang="zh-TW" altLang="en-US" dirty="0"/>
              <a:t>僅透過抽象描述來透漏馬匹表現的狀態卡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2. </a:t>
            </a:r>
            <a:r>
              <a:rPr lang="zh-TW" altLang="en-US" dirty="0"/>
              <a:t>會影響馬匹表現的場地變化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3.</a:t>
            </a:r>
            <a:r>
              <a:rPr lang="zh-TW" altLang="en-US" dirty="0"/>
              <a:t>會影響賽事的意外事件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9525750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F46D2-454A-6D21-B2C4-720089D26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678649-17D7-F020-F30B-4042C9D58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41872"/>
          </a:xfrm>
        </p:spPr>
        <p:txBody>
          <a:bodyPr>
            <a:normAutofit/>
          </a:bodyPr>
          <a:lstStyle/>
          <a:p>
            <a:r>
              <a:rPr lang="zh-TW" altLang="en-US" sz="3600" dirty="0"/>
              <a:t>目標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DB6258B-1AD7-1827-3724-46E2017484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4319"/>
            <a:ext cx="10515600" cy="641872"/>
          </a:xfrm>
        </p:spPr>
        <p:txBody>
          <a:bodyPr/>
          <a:lstStyle/>
          <a:p>
            <a:pPr marL="0" indent="0">
              <a:buNone/>
            </a:pPr>
            <a:r>
              <a:rPr lang="zh-TW" altLang="en-US" dirty="0"/>
              <a:t>透過實際的賽馬下注方式，讓玩家體驗賽事的隨機性和投機快感。</a:t>
            </a:r>
            <a:endParaRPr lang="en-US" altLang="zh-TW" dirty="0"/>
          </a:p>
        </p:txBody>
      </p:sp>
      <p:sp>
        <p:nvSpPr>
          <p:cNvPr id="4" name="標題 1">
            <a:extLst>
              <a:ext uri="{FF2B5EF4-FFF2-40B4-BE49-F238E27FC236}">
                <a16:creationId xmlns:a16="http://schemas.microsoft.com/office/drawing/2014/main" id="{75F3AFC4-0FC2-AF1A-46E3-57D6853EBA07}"/>
              </a:ext>
            </a:extLst>
          </p:cNvPr>
          <p:cNvSpPr txBox="1">
            <a:spLocks/>
          </p:cNvSpPr>
          <p:nvPr/>
        </p:nvSpPr>
        <p:spPr>
          <a:xfrm>
            <a:off x="838200" y="1848614"/>
            <a:ext cx="10515600" cy="6418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3600" dirty="0"/>
              <a:t>遊玩流程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A1D29E64-855A-F9FF-88DB-77A90F78DCF5}"/>
              </a:ext>
            </a:extLst>
          </p:cNvPr>
          <p:cNvSpPr txBox="1"/>
          <p:nvPr/>
        </p:nvSpPr>
        <p:spPr>
          <a:xfrm>
            <a:off x="838199" y="2617807"/>
            <a:ext cx="11176323" cy="37087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zh-TW" altLang="zh-TW" sz="2000" dirty="0"/>
              <a:t>玩家的遊戲動作順序: </a:t>
            </a:r>
            <a:br>
              <a:rPr lang="zh-TW" altLang="zh-TW" sz="2000" dirty="0"/>
            </a:br>
            <a:endParaRPr lang="en-US" altLang="zh-TW" sz="2000" dirty="0"/>
          </a:p>
          <a:p>
            <a:pPr marL="457200" indent="-457200">
              <a:spcAft>
                <a:spcPts val="600"/>
              </a:spcAft>
              <a:buFont typeface="+mj-lt"/>
              <a:buAutoNum type="arabicPeriod"/>
            </a:pPr>
            <a:r>
              <a:rPr lang="zh-TW" altLang="zh-TW" sz="2000" dirty="0"/>
              <a:t>系統根據開局條件算出初始賠率</a:t>
            </a:r>
            <a:r>
              <a:rPr lang="zh-TW" altLang="en-US" sz="2000" dirty="0"/>
              <a:t>。</a:t>
            </a:r>
            <a:endParaRPr lang="en-US" altLang="zh-TW" sz="2000" dirty="0"/>
          </a:p>
          <a:p>
            <a:pPr marL="457200" indent="-457200">
              <a:spcAft>
                <a:spcPts val="600"/>
              </a:spcAft>
              <a:buFont typeface="+mj-lt"/>
              <a:buAutoNum type="arabicPeriod"/>
            </a:pPr>
            <a:r>
              <a:rPr lang="zh-TW" altLang="zh-TW" sz="2000" dirty="0"/>
              <a:t>玩家收到兩張”馬匹狀態消息卡”後，第一次下注馬匹</a:t>
            </a:r>
            <a:r>
              <a:rPr lang="zh-TW" altLang="en-US" sz="2000" dirty="0"/>
              <a:t>。</a:t>
            </a:r>
            <a:endParaRPr lang="en-US" altLang="zh-TW" sz="2000" dirty="0"/>
          </a:p>
          <a:p>
            <a:pPr marL="457200" indent="-457200">
              <a:spcAft>
                <a:spcPts val="600"/>
              </a:spcAft>
              <a:buFont typeface="+mj-lt"/>
              <a:buAutoNum type="arabicPeriod"/>
            </a:pPr>
            <a:r>
              <a:rPr lang="zh-TW" altLang="zh-TW" sz="2000" dirty="0"/>
              <a:t>玩家抽到第三張”馬匹狀態消息卡”後，第二次下注馬匹</a:t>
            </a:r>
            <a:r>
              <a:rPr lang="zh-TW" altLang="en-US" sz="2000" dirty="0"/>
              <a:t>。</a:t>
            </a:r>
            <a:endParaRPr lang="en-US" altLang="zh-TW" sz="2000" dirty="0"/>
          </a:p>
          <a:p>
            <a:pPr marL="457200" indent="-457200">
              <a:spcAft>
                <a:spcPts val="600"/>
              </a:spcAft>
              <a:buFont typeface="+mj-lt"/>
              <a:buAutoNum type="arabicPeriod"/>
            </a:pPr>
            <a:r>
              <a:rPr lang="zh-TW" altLang="zh-TW" sz="2000" dirty="0"/>
              <a:t>系統提供是否要購買分析師的選項，玩家選擇後，第三次下注馬匹</a:t>
            </a:r>
            <a:r>
              <a:rPr lang="zh-TW" altLang="en-US" sz="2000" dirty="0"/>
              <a:t>。</a:t>
            </a:r>
            <a:endParaRPr lang="en-US" altLang="zh-TW" sz="2000" dirty="0"/>
          </a:p>
          <a:p>
            <a:pPr marL="457200" indent="-457200">
              <a:spcAft>
                <a:spcPts val="600"/>
              </a:spcAft>
              <a:buFont typeface="+mj-lt"/>
              <a:buAutoNum type="arabicPeriod"/>
            </a:pPr>
            <a:r>
              <a:rPr lang="zh-TW" altLang="zh-TW" sz="2000" dirty="0"/>
              <a:t>封盤開賽，開始跑動畫，並且機率性出現至多三次意外事件</a:t>
            </a:r>
            <a:r>
              <a:rPr lang="zh-TW" altLang="en-US" sz="2000" dirty="0"/>
              <a:t>。</a:t>
            </a:r>
            <a:endParaRPr lang="en-US" altLang="zh-TW" sz="2000" dirty="0"/>
          </a:p>
          <a:p>
            <a:pPr marL="457200" indent="-457200">
              <a:spcAft>
                <a:spcPts val="600"/>
              </a:spcAft>
              <a:buFont typeface="+mj-lt"/>
              <a:buAutoNum type="arabicPeriod"/>
            </a:pPr>
            <a:r>
              <a:rPr lang="zh-TW" altLang="zh-TW" sz="2000" dirty="0"/>
              <a:t>結算，派發獎金，並詢問玩家是否進商店購買”有機會可以抵禦意外事件的工具牌”</a:t>
            </a:r>
            <a:br>
              <a:rPr lang="en-US" altLang="zh-TW" sz="2000" dirty="0"/>
            </a:br>
            <a:r>
              <a:rPr lang="zh-TW" altLang="zh-TW" sz="2000" dirty="0"/>
              <a:t>(玩家最多同時持有三張)</a:t>
            </a:r>
            <a:r>
              <a:rPr lang="zh-TW" altLang="en-US" sz="2000" dirty="0"/>
              <a:t>。</a:t>
            </a:r>
            <a:endParaRPr lang="en-US" altLang="zh-TW" sz="2000" dirty="0"/>
          </a:p>
          <a:p>
            <a:pPr marL="457200" indent="-457200">
              <a:spcAft>
                <a:spcPts val="600"/>
              </a:spcAft>
              <a:buFont typeface="+mj-lt"/>
              <a:buAutoNum type="arabicPeriod"/>
            </a:pPr>
            <a:r>
              <a:rPr lang="zh-TW" altLang="zh-TW" sz="2000" dirty="0"/>
              <a:t>回到(1)，開始第二回合賽馬。</a:t>
            </a:r>
            <a:endParaRPr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9798721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4CD9A0-146A-6072-B4A4-4100B72D0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91009BA6-6652-D1D2-E9C4-A9F2DBE167B1}"/>
              </a:ext>
            </a:extLst>
          </p:cNvPr>
          <p:cNvSpPr txBox="1">
            <a:spLocks/>
          </p:cNvSpPr>
          <p:nvPr/>
        </p:nvSpPr>
        <p:spPr>
          <a:xfrm>
            <a:off x="386787" y="135534"/>
            <a:ext cx="4194175" cy="6418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zh-TW" sz="3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馬匹狀態消息卡</a:t>
            </a:r>
            <a:endParaRPr lang="zh-TW" altLang="en-US" sz="3600" dirty="0"/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A8313B1A-BC81-5A54-88C7-A969C0B6A9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9474380"/>
              </p:ext>
            </p:extLst>
          </p:nvPr>
        </p:nvGraphicFramePr>
        <p:xfrm>
          <a:off x="386787" y="849829"/>
          <a:ext cx="4194175" cy="2321561"/>
        </p:xfrm>
        <a:graphic>
          <a:graphicData uri="http://schemas.openxmlformats.org/drawingml/2006/table">
            <a:tbl>
              <a:tblPr/>
              <a:tblGrid>
                <a:gridCol w="4194175">
                  <a:extLst>
                    <a:ext uri="{9D8B030D-6E8A-4147-A177-3AD203B41FA5}">
                      <a16:colId xmlns:a16="http://schemas.microsoft.com/office/drawing/2014/main" val="3979033731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zh-TW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馬匹狀態消息卡</a:t>
                      </a:r>
                      <a:r>
                        <a:rPr lang="zh-TW" alt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，共八張</a:t>
                      </a:r>
                      <a:endParaRPr lang="zh-TW" sz="1600" dirty="0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3500" marR="635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842553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zh-TW" sz="16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(分到速度+3單位的馬)</a:t>
                      </a:r>
                      <a:r>
                        <a:rPr lang="zh-TW" sz="1600" dirty="0">
                          <a:effectLst/>
                          <a:latin typeface="Arial" panose="020B0604020202020204" pitchFamily="34" charset="0"/>
                          <a:ea typeface="Gungsuh" panose="02030600000101010101" pitchFamily="18" charset="-127"/>
                          <a:cs typeface="Gungsuh" panose="02030600000101010101" pitchFamily="18" charset="-127"/>
                        </a:rPr>
                        <a:t>心情很好</a:t>
                      </a:r>
                      <a:endParaRPr lang="zh-TW" sz="1600" dirty="0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3500" marR="635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67735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zh-TW" sz="16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(分到速度+2單位的馬的編號)</a:t>
                      </a:r>
                      <a:r>
                        <a:rPr lang="zh-TW" sz="1600" dirty="0">
                          <a:effectLst/>
                          <a:latin typeface="Gungsuh" panose="02030600000101010101" pitchFamily="18" charset="-127"/>
                          <a:ea typeface="新細明體" panose="02020500000000000000" pitchFamily="18" charset="-120"/>
                          <a:cs typeface="Gungsuh" panose="02030600000101010101" pitchFamily="18" charset="-127"/>
                        </a:rPr>
                        <a:t>今天胃口不好</a:t>
                      </a:r>
                      <a:endParaRPr lang="zh-TW" sz="1600" dirty="0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3500" marR="635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699572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zh-TW" sz="16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(分到速度+1單位的馬的編號)</a:t>
                      </a:r>
                      <a:r>
                        <a:rPr lang="zh-TW" sz="1600" dirty="0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上場比賽剛結束</a:t>
                      </a:r>
                    </a:p>
                  </a:txBody>
                  <a:tcPr marL="63500" marR="635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792373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zh-TW" sz="16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(分到速度+6單位的馬的編號)</a:t>
                      </a:r>
                      <a:r>
                        <a:rPr lang="zh-TW" sz="1600" dirty="0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  <a:cs typeface="Gungsuh" panose="02030600000101010101" pitchFamily="18" charset="-127"/>
                        </a:rPr>
                        <a:t>看起來很Chill</a:t>
                      </a:r>
                      <a:endParaRPr lang="zh-TW" sz="1600" dirty="0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3500" marR="635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098046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zh-TW" sz="16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(分到速度+5單位的馬的編號)</a:t>
                      </a:r>
                      <a:r>
                        <a:rPr lang="zh-TW" sz="1600" dirty="0">
                          <a:effectLst/>
                          <a:latin typeface="Arial" panose="020B0604020202020204" pitchFamily="34" charset="0"/>
                          <a:ea typeface="Gungsuh" panose="02030600000101010101" pitchFamily="18" charset="-127"/>
                          <a:cs typeface="Gungsuh" panose="02030600000101010101" pitchFamily="18" charset="-127"/>
                        </a:rPr>
                        <a:t>剛睡飽</a:t>
                      </a:r>
                      <a:endParaRPr lang="zh-TW" sz="1600" dirty="0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3500" marR="635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232187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zh-TW" sz="16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(分到速度+4單位的馬的編號)</a:t>
                      </a:r>
                      <a:r>
                        <a:rPr lang="zh-TW" sz="1600" dirty="0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  <a:cs typeface="Gungsuh" panose="02030600000101010101" pitchFamily="18" charset="-127"/>
                        </a:rPr>
                        <a:t>是上次的冠軍</a:t>
                      </a:r>
                      <a:endParaRPr lang="zh-TW" sz="1600" dirty="0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3500" marR="635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83483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zh-TW" sz="16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(分到速度+0單位的馬的編號)</a:t>
                      </a:r>
                      <a:r>
                        <a:rPr lang="zh-TW" sz="1600" dirty="0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  <a:cs typeface="Gungsuh" panose="02030600000101010101" pitchFamily="18" charset="-127"/>
                        </a:rPr>
                        <a:t>狀態很差</a:t>
                      </a:r>
                      <a:endParaRPr lang="zh-TW" sz="1600" dirty="0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3500" marR="635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067931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zh-TW" sz="16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(分到速度+7單位的馬的編號)</a:t>
                      </a:r>
                      <a:r>
                        <a:rPr lang="zh-TW" sz="1600" dirty="0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  <a:cs typeface="Gungsuh" panose="02030600000101010101" pitchFamily="18" charset="-127"/>
                        </a:rPr>
                        <a:t>嗨的飛起</a:t>
                      </a:r>
                      <a:endParaRPr lang="zh-TW" sz="1600" dirty="0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3500" marR="635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8679067"/>
                  </a:ext>
                </a:extLst>
              </a:tr>
            </a:tbl>
          </a:graphicData>
        </a:graphic>
      </p:graphicFrame>
      <p:sp>
        <p:nvSpPr>
          <p:cNvPr id="12" name="標題 1">
            <a:extLst>
              <a:ext uri="{FF2B5EF4-FFF2-40B4-BE49-F238E27FC236}">
                <a16:creationId xmlns:a16="http://schemas.microsoft.com/office/drawing/2014/main" id="{B190DB5F-ECFD-B883-5D0D-A8A1F3FA2A60}"/>
              </a:ext>
            </a:extLst>
          </p:cNvPr>
          <p:cNvSpPr txBox="1">
            <a:spLocks/>
          </p:cNvSpPr>
          <p:nvPr/>
        </p:nvSpPr>
        <p:spPr>
          <a:xfrm>
            <a:off x="4947210" y="135534"/>
            <a:ext cx="4194175" cy="6418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3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馬匹的特色</a:t>
            </a:r>
            <a:endParaRPr lang="zh-TW" altLang="en-US" sz="3600" dirty="0"/>
          </a:p>
        </p:txBody>
      </p:sp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88255E20-06DC-6D76-31F8-8CCFE922E2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3858371"/>
              </p:ext>
            </p:extLst>
          </p:nvPr>
        </p:nvGraphicFramePr>
        <p:xfrm>
          <a:off x="5000958" y="849829"/>
          <a:ext cx="5118656" cy="2326005"/>
        </p:xfrm>
        <a:graphic>
          <a:graphicData uri="http://schemas.openxmlformats.org/drawingml/2006/table">
            <a:tbl>
              <a:tblPr firstRow="1" firstCol="1" bandRow="1"/>
              <a:tblGrid>
                <a:gridCol w="702208">
                  <a:extLst>
                    <a:ext uri="{9D8B030D-6E8A-4147-A177-3AD203B41FA5}">
                      <a16:colId xmlns:a16="http://schemas.microsoft.com/office/drawing/2014/main" val="1860451930"/>
                    </a:ext>
                  </a:extLst>
                </a:gridCol>
                <a:gridCol w="702208">
                  <a:extLst>
                    <a:ext uri="{9D8B030D-6E8A-4147-A177-3AD203B41FA5}">
                      <a16:colId xmlns:a16="http://schemas.microsoft.com/office/drawing/2014/main" val="3396667631"/>
                    </a:ext>
                  </a:extLst>
                </a:gridCol>
                <a:gridCol w="702208">
                  <a:extLst>
                    <a:ext uri="{9D8B030D-6E8A-4147-A177-3AD203B41FA5}">
                      <a16:colId xmlns:a16="http://schemas.microsoft.com/office/drawing/2014/main" val="2156882944"/>
                    </a:ext>
                  </a:extLst>
                </a:gridCol>
                <a:gridCol w="702208">
                  <a:extLst>
                    <a:ext uri="{9D8B030D-6E8A-4147-A177-3AD203B41FA5}">
                      <a16:colId xmlns:a16="http://schemas.microsoft.com/office/drawing/2014/main" val="28429710"/>
                    </a:ext>
                  </a:extLst>
                </a:gridCol>
                <a:gridCol w="702208">
                  <a:extLst>
                    <a:ext uri="{9D8B030D-6E8A-4147-A177-3AD203B41FA5}">
                      <a16:colId xmlns:a16="http://schemas.microsoft.com/office/drawing/2014/main" val="3780627824"/>
                    </a:ext>
                  </a:extLst>
                </a:gridCol>
                <a:gridCol w="905408">
                  <a:extLst>
                    <a:ext uri="{9D8B030D-6E8A-4147-A177-3AD203B41FA5}">
                      <a16:colId xmlns:a16="http://schemas.microsoft.com/office/drawing/2014/main" val="1301209879"/>
                    </a:ext>
                  </a:extLst>
                </a:gridCol>
                <a:gridCol w="702208">
                  <a:extLst>
                    <a:ext uri="{9D8B030D-6E8A-4147-A177-3AD203B41FA5}">
                      <a16:colId xmlns:a16="http://schemas.microsoft.com/office/drawing/2014/main" val="681804767"/>
                    </a:ext>
                  </a:extLst>
                </a:gridCol>
              </a:tblGrid>
              <a:tr h="65227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6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馬匹</a:t>
                      </a:r>
                      <a:endParaRPr lang="zh-TW" sz="1600" dirty="0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119329" marR="1193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D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6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擅長</a:t>
                      </a:r>
                      <a:endParaRPr lang="zh-TW" sz="1600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119329" marR="1193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D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6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增益</a:t>
                      </a:r>
                      <a:endParaRPr lang="zh-TW" sz="1600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119329" marR="1193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D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6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普通</a:t>
                      </a:r>
                      <a:endParaRPr lang="zh-TW" sz="1600" dirty="0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119329" marR="1193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D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6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增益</a:t>
                      </a:r>
                      <a:endParaRPr lang="zh-TW" sz="1600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119329" marR="1193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D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6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不擅長</a:t>
                      </a:r>
                      <a:endParaRPr lang="zh-TW" sz="1600" dirty="0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119329" marR="1193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D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6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增益</a:t>
                      </a:r>
                      <a:endParaRPr lang="zh-TW" sz="1600" dirty="0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119329" marR="1193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7398439"/>
                  </a:ext>
                </a:extLst>
              </a:tr>
              <a:tr h="74365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600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1</a:t>
                      </a:r>
                    </a:p>
                  </a:txBody>
                  <a:tcPr marL="119329" marR="1193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600" dirty="0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草地</a:t>
                      </a:r>
                    </a:p>
                  </a:txBody>
                  <a:tcPr marL="119329" marR="1193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600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+1</a:t>
                      </a:r>
                    </a:p>
                  </a:txBody>
                  <a:tcPr marL="119329" marR="1193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600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泥地</a:t>
                      </a:r>
                    </a:p>
                  </a:txBody>
                  <a:tcPr marL="119329" marR="1193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600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+1</a:t>
                      </a:r>
                    </a:p>
                  </a:txBody>
                  <a:tcPr marL="119329" marR="1193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600" dirty="0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雪地</a:t>
                      </a:r>
                    </a:p>
                  </a:txBody>
                  <a:tcPr marL="119329" marR="1193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600" dirty="0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-1</a:t>
                      </a:r>
                    </a:p>
                  </a:txBody>
                  <a:tcPr marL="119329" marR="1193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0957257"/>
                  </a:ext>
                </a:extLst>
              </a:tr>
              <a:tr h="74365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600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2</a:t>
                      </a:r>
                    </a:p>
                  </a:txBody>
                  <a:tcPr marL="119329" marR="1193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600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泥地</a:t>
                      </a:r>
                    </a:p>
                  </a:txBody>
                  <a:tcPr marL="119329" marR="1193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600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+2</a:t>
                      </a:r>
                    </a:p>
                  </a:txBody>
                  <a:tcPr marL="119329" marR="1193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600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雪地</a:t>
                      </a:r>
                    </a:p>
                  </a:txBody>
                  <a:tcPr marL="119329" marR="1193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600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+0</a:t>
                      </a:r>
                    </a:p>
                  </a:txBody>
                  <a:tcPr marL="119329" marR="1193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600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草地</a:t>
                      </a:r>
                    </a:p>
                  </a:txBody>
                  <a:tcPr marL="119329" marR="1193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600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-2</a:t>
                      </a:r>
                    </a:p>
                  </a:txBody>
                  <a:tcPr marL="119329" marR="1193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4107385"/>
                  </a:ext>
                </a:extLst>
              </a:tr>
              <a:tr h="74365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600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3</a:t>
                      </a:r>
                    </a:p>
                  </a:txBody>
                  <a:tcPr marL="119329" marR="1193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600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雪地</a:t>
                      </a:r>
                    </a:p>
                  </a:txBody>
                  <a:tcPr marL="119329" marR="1193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600" dirty="0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+1</a:t>
                      </a:r>
                    </a:p>
                  </a:txBody>
                  <a:tcPr marL="119329" marR="1193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600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草地</a:t>
                      </a:r>
                    </a:p>
                  </a:txBody>
                  <a:tcPr marL="119329" marR="1193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600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+1</a:t>
                      </a:r>
                    </a:p>
                  </a:txBody>
                  <a:tcPr marL="119329" marR="1193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600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泥地</a:t>
                      </a:r>
                    </a:p>
                  </a:txBody>
                  <a:tcPr marL="119329" marR="1193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600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-1</a:t>
                      </a:r>
                    </a:p>
                  </a:txBody>
                  <a:tcPr marL="119329" marR="1193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333775"/>
                  </a:ext>
                </a:extLst>
              </a:tr>
              <a:tr h="74365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600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4</a:t>
                      </a:r>
                    </a:p>
                  </a:txBody>
                  <a:tcPr marL="119329" marR="1193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600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草地</a:t>
                      </a:r>
                    </a:p>
                  </a:txBody>
                  <a:tcPr marL="119329" marR="1193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600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+2</a:t>
                      </a:r>
                    </a:p>
                  </a:txBody>
                  <a:tcPr marL="119329" marR="1193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600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泥地</a:t>
                      </a:r>
                    </a:p>
                  </a:txBody>
                  <a:tcPr marL="119329" marR="1193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600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+0</a:t>
                      </a:r>
                    </a:p>
                  </a:txBody>
                  <a:tcPr marL="119329" marR="1193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600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雪地</a:t>
                      </a:r>
                    </a:p>
                  </a:txBody>
                  <a:tcPr marL="119329" marR="1193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600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-2</a:t>
                      </a:r>
                    </a:p>
                  </a:txBody>
                  <a:tcPr marL="119329" marR="1193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6453445"/>
                  </a:ext>
                </a:extLst>
              </a:tr>
              <a:tr h="74365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600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5</a:t>
                      </a:r>
                    </a:p>
                  </a:txBody>
                  <a:tcPr marL="119329" marR="1193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600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泥地</a:t>
                      </a:r>
                    </a:p>
                  </a:txBody>
                  <a:tcPr marL="119329" marR="1193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600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+1</a:t>
                      </a:r>
                    </a:p>
                  </a:txBody>
                  <a:tcPr marL="119329" marR="1193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600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雪地</a:t>
                      </a:r>
                    </a:p>
                  </a:txBody>
                  <a:tcPr marL="119329" marR="1193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600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+1</a:t>
                      </a:r>
                    </a:p>
                  </a:txBody>
                  <a:tcPr marL="119329" marR="1193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600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草地</a:t>
                      </a:r>
                    </a:p>
                  </a:txBody>
                  <a:tcPr marL="119329" marR="1193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600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-1</a:t>
                      </a:r>
                    </a:p>
                  </a:txBody>
                  <a:tcPr marL="119329" marR="1193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9873297"/>
                  </a:ext>
                </a:extLst>
              </a:tr>
              <a:tr h="74365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600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6</a:t>
                      </a:r>
                    </a:p>
                  </a:txBody>
                  <a:tcPr marL="119329" marR="1193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600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雪地</a:t>
                      </a:r>
                    </a:p>
                  </a:txBody>
                  <a:tcPr marL="119329" marR="1193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600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+2</a:t>
                      </a:r>
                    </a:p>
                  </a:txBody>
                  <a:tcPr marL="119329" marR="1193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600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草地</a:t>
                      </a:r>
                    </a:p>
                  </a:txBody>
                  <a:tcPr marL="119329" marR="1193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600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+0</a:t>
                      </a:r>
                    </a:p>
                  </a:txBody>
                  <a:tcPr marL="119329" marR="1193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600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泥地</a:t>
                      </a:r>
                    </a:p>
                  </a:txBody>
                  <a:tcPr marL="119329" marR="1193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600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-2</a:t>
                      </a:r>
                    </a:p>
                  </a:txBody>
                  <a:tcPr marL="119329" marR="1193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1365233"/>
                  </a:ext>
                </a:extLst>
              </a:tr>
              <a:tr h="65227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600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7</a:t>
                      </a:r>
                    </a:p>
                  </a:txBody>
                  <a:tcPr marL="119329" marR="1193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600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草地</a:t>
                      </a:r>
                    </a:p>
                  </a:txBody>
                  <a:tcPr marL="119329" marR="1193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600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+1</a:t>
                      </a:r>
                    </a:p>
                  </a:txBody>
                  <a:tcPr marL="119329" marR="1193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600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泥地</a:t>
                      </a:r>
                    </a:p>
                  </a:txBody>
                  <a:tcPr marL="119329" marR="1193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600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+1</a:t>
                      </a:r>
                    </a:p>
                  </a:txBody>
                  <a:tcPr marL="119329" marR="1193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600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雪地</a:t>
                      </a:r>
                    </a:p>
                  </a:txBody>
                  <a:tcPr marL="119329" marR="1193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600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-1</a:t>
                      </a:r>
                    </a:p>
                  </a:txBody>
                  <a:tcPr marL="119329" marR="1193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8073012"/>
                  </a:ext>
                </a:extLst>
              </a:tr>
              <a:tr h="65227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600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8</a:t>
                      </a:r>
                    </a:p>
                  </a:txBody>
                  <a:tcPr marL="119329" marR="1193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600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雪地</a:t>
                      </a:r>
                    </a:p>
                  </a:txBody>
                  <a:tcPr marL="119329" marR="1193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600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+2</a:t>
                      </a:r>
                    </a:p>
                  </a:txBody>
                  <a:tcPr marL="119329" marR="1193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600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草地</a:t>
                      </a:r>
                    </a:p>
                  </a:txBody>
                  <a:tcPr marL="119329" marR="1193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600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+0</a:t>
                      </a:r>
                    </a:p>
                  </a:txBody>
                  <a:tcPr marL="119329" marR="1193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600" dirty="0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泥地</a:t>
                      </a:r>
                    </a:p>
                  </a:txBody>
                  <a:tcPr marL="119329" marR="1193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600" dirty="0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-2</a:t>
                      </a:r>
                    </a:p>
                  </a:txBody>
                  <a:tcPr marL="119329" marR="1193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1748464"/>
                  </a:ext>
                </a:extLst>
              </a:tr>
            </a:tbl>
          </a:graphicData>
        </a:graphic>
      </p:graphicFrame>
      <p:sp>
        <p:nvSpPr>
          <p:cNvPr id="15" name="標題 1">
            <a:extLst>
              <a:ext uri="{FF2B5EF4-FFF2-40B4-BE49-F238E27FC236}">
                <a16:creationId xmlns:a16="http://schemas.microsoft.com/office/drawing/2014/main" id="{C60544D3-0E22-8984-FC91-F5622C6E3927}"/>
              </a:ext>
            </a:extLst>
          </p:cNvPr>
          <p:cNvSpPr txBox="1">
            <a:spLocks/>
          </p:cNvSpPr>
          <p:nvPr/>
        </p:nvSpPr>
        <p:spPr>
          <a:xfrm>
            <a:off x="386786" y="3243813"/>
            <a:ext cx="4194175" cy="6418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3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分析師的選擇</a:t>
            </a:r>
            <a:endParaRPr lang="zh-TW" altLang="en-US" sz="3600" dirty="0"/>
          </a:p>
        </p:txBody>
      </p:sp>
      <p:pic>
        <p:nvPicPr>
          <p:cNvPr id="17" name="圖片 16">
            <a:extLst>
              <a:ext uri="{FF2B5EF4-FFF2-40B4-BE49-F238E27FC236}">
                <a16:creationId xmlns:a16="http://schemas.microsoft.com/office/drawing/2014/main" id="{1C8C7BE1-FCB8-91F7-9E15-7E13E2B541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7882" y="3832487"/>
            <a:ext cx="5118656" cy="2889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150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BE89E-61FA-99E1-57A8-41538A347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F973BA3E-BFE8-B825-A22F-37C573A2549F}"/>
              </a:ext>
            </a:extLst>
          </p:cNvPr>
          <p:cNvSpPr txBox="1">
            <a:spLocks/>
          </p:cNvSpPr>
          <p:nvPr/>
        </p:nvSpPr>
        <p:spPr>
          <a:xfrm>
            <a:off x="386787" y="135534"/>
            <a:ext cx="4194175" cy="6418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zh-TW" sz="3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馬匹狀態消息卡</a:t>
            </a:r>
            <a:endParaRPr lang="zh-TW" altLang="en-US" sz="3600" dirty="0"/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BA629F5A-A964-DD52-A048-7922646D2C6E}"/>
              </a:ext>
            </a:extLst>
          </p:cNvPr>
          <p:cNvGraphicFramePr>
            <a:graphicFrameLocks noGrp="1"/>
          </p:cNvGraphicFramePr>
          <p:nvPr/>
        </p:nvGraphicFramePr>
        <p:xfrm>
          <a:off x="386787" y="849829"/>
          <a:ext cx="4194175" cy="2321561"/>
        </p:xfrm>
        <a:graphic>
          <a:graphicData uri="http://schemas.openxmlformats.org/drawingml/2006/table">
            <a:tbl>
              <a:tblPr/>
              <a:tblGrid>
                <a:gridCol w="4194175">
                  <a:extLst>
                    <a:ext uri="{9D8B030D-6E8A-4147-A177-3AD203B41FA5}">
                      <a16:colId xmlns:a16="http://schemas.microsoft.com/office/drawing/2014/main" val="3979033731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zh-TW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馬匹狀態消息卡</a:t>
                      </a:r>
                      <a:r>
                        <a:rPr lang="zh-TW" alt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，共八張</a:t>
                      </a:r>
                      <a:endParaRPr lang="zh-TW" sz="1600" dirty="0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3500" marR="635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842553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zh-TW" sz="16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(分到速度+3單位的馬)</a:t>
                      </a:r>
                      <a:r>
                        <a:rPr lang="zh-TW" sz="1600" dirty="0">
                          <a:effectLst/>
                          <a:latin typeface="Arial" panose="020B0604020202020204" pitchFamily="34" charset="0"/>
                          <a:ea typeface="Gungsuh" panose="02030600000101010101" pitchFamily="18" charset="-127"/>
                          <a:cs typeface="Gungsuh" panose="02030600000101010101" pitchFamily="18" charset="-127"/>
                        </a:rPr>
                        <a:t>心情很好</a:t>
                      </a:r>
                      <a:endParaRPr lang="zh-TW" sz="1600" dirty="0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3500" marR="635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67735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zh-TW" sz="16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(分到速度+2單位的馬的編號)</a:t>
                      </a:r>
                      <a:r>
                        <a:rPr lang="zh-TW" sz="1600" dirty="0">
                          <a:effectLst/>
                          <a:latin typeface="Gungsuh" panose="02030600000101010101" pitchFamily="18" charset="-127"/>
                          <a:ea typeface="新細明體" panose="02020500000000000000" pitchFamily="18" charset="-120"/>
                          <a:cs typeface="Gungsuh" panose="02030600000101010101" pitchFamily="18" charset="-127"/>
                        </a:rPr>
                        <a:t>今天胃口不好</a:t>
                      </a:r>
                      <a:endParaRPr lang="zh-TW" sz="1600" dirty="0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3500" marR="635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699572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zh-TW" sz="16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(分到速度+1單位的馬的編號)</a:t>
                      </a:r>
                      <a:r>
                        <a:rPr lang="zh-TW" sz="1600" dirty="0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上場比賽剛結束</a:t>
                      </a:r>
                    </a:p>
                  </a:txBody>
                  <a:tcPr marL="63500" marR="635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792373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zh-TW" sz="16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(分到速度+6單位的馬的編號)</a:t>
                      </a:r>
                      <a:r>
                        <a:rPr lang="zh-TW" sz="1600" dirty="0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  <a:cs typeface="Gungsuh" panose="02030600000101010101" pitchFamily="18" charset="-127"/>
                        </a:rPr>
                        <a:t>看起來很Chill</a:t>
                      </a:r>
                      <a:endParaRPr lang="zh-TW" sz="1600" dirty="0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3500" marR="635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098046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zh-TW" sz="16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(分到速度+5單位的馬的編號)</a:t>
                      </a:r>
                      <a:r>
                        <a:rPr lang="zh-TW" sz="1600" dirty="0">
                          <a:effectLst/>
                          <a:latin typeface="Arial" panose="020B0604020202020204" pitchFamily="34" charset="0"/>
                          <a:ea typeface="Gungsuh" panose="02030600000101010101" pitchFamily="18" charset="-127"/>
                          <a:cs typeface="Gungsuh" panose="02030600000101010101" pitchFamily="18" charset="-127"/>
                        </a:rPr>
                        <a:t>剛睡飽</a:t>
                      </a:r>
                      <a:endParaRPr lang="zh-TW" sz="1600" dirty="0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3500" marR="635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232187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zh-TW" sz="16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(分到速度+4單位的馬的編號)</a:t>
                      </a:r>
                      <a:r>
                        <a:rPr lang="zh-TW" sz="1600" dirty="0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  <a:cs typeface="Gungsuh" panose="02030600000101010101" pitchFamily="18" charset="-127"/>
                        </a:rPr>
                        <a:t>是上次的冠軍</a:t>
                      </a:r>
                      <a:endParaRPr lang="zh-TW" sz="1600" dirty="0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3500" marR="635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83483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zh-TW" sz="16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(分到速度+0單位的馬的編號)</a:t>
                      </a:r>
                      <a:r>
                        <a:rPr lang="zh-TW" sz="1600" dirty="0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  <a:cs typeface="Gungsuh" panose="02030600000101010101" pitchFamily="18" charset="-127"/>
                        </a:rPr>
                        <a:t>狀態很差</a:t>
                      </a:r>
                      <a:endParaRPr lang="zh-TW" sz="1600" dirty="0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3500" marR="635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067931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zh-TW" sz="16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(分到速度+7單位的馬的編號)</a:t>
                      </a:r>
                      <a:r>
                        <a:rPr lang="zh-TW" sz="1600" dirty="0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  <a:cs typeface="Gungsuh" panose="02030600000101010101" pitchFamily="18" charset="-127"/>
                        </a:rPr>
                        <a:t>嗨的飛起</a:t>
                      </a:r>
                      <a:endParaRPr lang="zh-TW" sz="1600" dirty="0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3500" marR="635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8679067"/>
                  </a:ext>
                </a:extLst>
              </a:tr>
            </a:tbl>
          </a:graphicData>
        </a:graphic>
      </p:graphicFrame>
      <p:sp>
        <p:nvSpPr>
          <p:cNvPr id="12" name="標題 1">
            <a:extLst>
              <a:ext uri="{FF2B5EF4-FFF2-40B4-BE49-F238E27FC236}">
                <a16:creationId xmlns:a16="http://schemas.microsoft.com/office/drawing/2014/main" id="{3E779B93-0DD3-2D37-9F35-E52CB98C0FCE}"/>
              </a:ext>
            </a:extLst>
          </p:cNvPr>
          <p:cNvSpPr txBox="1">
            <a:spLocks/>
          </p:cNvSpPr>
          <p:nvPr/>
        </p:nvSpPr>
        <p:spPr>
          <a:xfrm>
            <a:off x="4947210" y="135534"/>
            <a:ext cx="4194175" cy="6418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3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馬匹的特色</a:t>
            </a:r>
            <a:endParaRPr lang="zh-TW" altLang="en-US" sz="3600" dirty="0"/>
          </a:p>
        </p:txBody>
      </p:sp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446FE774-AAB1-0CEA-B1DE-541AAECDD1B7}"/>
              </a:ext>
            </a:extLst>
          </p:cNvPr>
          <p:cNvGraphicFramePr>
            <a:graphicFrameLocks noGrp="1"/>
          </p:cNvGraphicFramePr>
          <p:nvPr/>
        </p:nvGraphicFramePr>
        <p:xfrm>
          <a:off x="5000958" y="849829"/>
          <a:ext cx="5118656" cy="2326005"/>
        </p:xfrm>
        <a:graphic>
          <a:graphicData uri="http://schemas.openxmlformats.org/drawingml/2006/table">
            <a:tbl>
              <a:tblPr firstRow="1" firstCol="1" bandRow="1"/>
              <a:tblGrid>
                <a:gridCol w="702208">
                  <a:extLst>
                    <a:ext uri="{9D8B030D-6E8A-4147-A177-3AD203B41FA5}">
                      <a16:colId xmlns:a16="http://schemas.microsoft.com/office/drawing/2014/main" val="1860451930"/>
                    </a:ext>
                  </a:extLst>
                </a:gridCol>
                <a:gridCol w="702208">
                  <a:extLst>
                    <a:ext uri="{9D8B030D-6E8A-4147-A177-3AD203B41FA5}">
                      <a16:colId xmlns:a16="http://schemas.microsoft.com/office/drawing/2014/main" val="3396667631"/>
                    </a:ext>
                  </a:extLst>
                </a:gridCol>
                <a:gridCol w="702208">
                  <a:extLst>
                    <a:ext uri="{9D8B030D-6E8A-4147-A177-3AD203B41FA5}">
                      <a16:colId xmlns:a16="http://schemas.microsoft.com/office/drawing/2014/main" val="2156882944"/>
                    </a:ext>
                  </a:extLst>
                </a:gridCol>
                <a:gridCol w="702208">
                  <a:extLst>
                    <a:ext uri="{9D8B030D-6E8A-4147-A177-3AD203B41FA5}">
                      <a16:colId xmlns:a16="http://schemas.microsoft.com/office/drawing/2014/main" val="28429710"/>
                    </a:ext>
                  </a:extLst>
                </a:gridCol>
                <a:gridCol w="702208">
                  <a:extLst>
                    <a:ext uri="{9D8B030D-6E8A-4147-A177-3AD203B41FA5}">
                      <a16:colId xmlns:a16="http://schemas.microsoft.com/office/drawing/2014/main" val="3780627824"/>
                    </a:ext>
                  </a:extLst>
                </a:gridCol>
                <a:gridCol w="905408">
                  <a:extLst>
                    <a:ext uri="{9D8B030D-6E8A-4147-A177-3AD203B41FA5}">
                      <a16:colId xmlns:a16="http://schemas.microsoft.com/office/drawing/2014/main" val="1301209879"/>
                    </a:ext>
                  </a:extLst>
                </a:gridCol>
                <a:gridCol w="702208">
                  <a:extLst>
                    <a:ext uri="{9D8B030D-6E8A-4147-A177-3AD203B41FA5}">
                      <a16:colId xmlns:a16="http://schemas.microsoft.com/office/drawing/2014/main" val="681804767"/>
                    </a:ext>
                  </a:extLst>
                </a:gridCol>
              </a:tblGrid>
              <a:tr h="65227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6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馬匹</a:t>
                      </a:r>
                      <a:endParaRPr lang="zh-TW" sz="1600" dirty="0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119329" marR="1193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D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6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擅長</a:t>
                      </a:r>
                      <a:endParaRPr lang="zh-TW" sz="1600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119329" marR="1193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D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6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增益</a:t>
                      </a:r>
                      <a:endParaRPr lang="zh-TW" sz="1600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119329" marR="1193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D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6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普通</a:t>
                      </a:r>
                      <a:endParaRPr lang="zh-TW" sz="1600" dirty="0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119329" marR="1193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D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6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增益</a:t>
                      </a:r>
                      <a:endParaRPr lang="zh-TW" sz="1600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119329" marR="1193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D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6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不擅長</a:t>
                      </a:r>
                      <a:endParaRPr lang="zh-TW" sz="1600" dirty="0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119329" marR="1193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D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6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增益</a:t>
                      </a:r>
                      <a:endParaRPr lang="zh-TW" sz="1600" dirty="0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119329" marR="1193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7398439"/>
                  </a:ext>
                </a:extLst>
              </a:tr>
              <a:tr h="74365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600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1</a:t>
                      </a:r>
                    </a:p>
                  </a:txBody>
                  <a:tcPr marL="119329" marR="1193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600" dirty="0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草地</a:t>
                      </a:r>
                    </a:p>
                  </a:txBody>
                  <a:tcPr marL="119329" marR="1193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600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+1</a:t>
                      </a:r>
                    </a:p>
                  </a:txBody>
                  <a:tcPr marL="119329" marR="1193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600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泥地</a:t>
                      </a:r>
                    </a:p>
                  </a:txBody>
                  <a:tcPr marL="119329" marR="1193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600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+1</a:t>
                      </a:r>
                    </a:p>
                  </a:txBody>
                  <a:tcPr marL="119329" marR="1193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600" dirty="0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雪地</a:t>
                      </a:r>
                    </a:p>
                  </a:txBody>
                  <a:tcPr marL="119329" marR="1193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600" dirty="0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-1</a:t>
                      </a:r>
                    </a:p>
                  </a:txBody>
                  <a:tcPr marL="119329" marR="1193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0957257"/>
                  </a:ext>
                </a:extLst>
              </a:tr>
              <a:tr h="74365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600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2</a:t>
                      </a:r>
                    </a:p>
                  </a:txBody>
                  <a:tcPr marL="119329" marR="1193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600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泥地</a:t>
                      </a:r>
                    </a:p>
                  </a:txBody>
                  <a:tcPr marL="119329" marR="1193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600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+2</a:t>
                      </a:r>
                    </a:p>
                  </a:txBody>
                  <a:tcPr marL="119329" marR="1193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600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雪地</a:t>
                      </a:r>
                    </a:p>
                  </a:txBody>
                  <a:tcPr marL="119329" marR="1193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600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+0</a:t>
                      </a:r>
                    </a:p>
                  </a:txBody>
                  <a:tcPr marL="119329" marR="1193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600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草地</a:t>
                      </a:r>
                    </a:p>
                  </a:txBody>
                  <a:tcPr marL="119329" marR="1193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600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-2</a:t>
                      </a:r>
                    </a:p>
                  </a:txBody>
                  <a:tcPr marL="119329" marR="1193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4107385"/>
                  </a:ext>
                </a:extLst>
              </a:tr>
              <a:tr h="74365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600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3</a:t>
                      </a:r>
                    </a:p>
                  </a:txBody>
                  <a:tcPr marL="119329" marR="1193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600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雪地</a:t>
                      </a:r>
                    </a:p>
                  </a:txBody>
                  <a:tcPr marL="119329" marR="1193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600" dirty="0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+1</a:t>
                      </a:r>
                    </a:p>
                  </a:txBody>
                  <a:tcPr marL="119329" marR="1193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600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草地</a:t>
                      </a:r>
                    </a:p>
                  </a:txBody>
                  <a:tcPr marL="119329" marR="1193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600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+1</a:t>
                      </a:r>
                    </a:p>
                  </a:txBody>
                  <a:tcPr marL="119329" marR="1193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600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泥地</a:t>
                      </a:r>
                    </a:p>
                  </a:txBody>
                  <a:tcPr marL="119329" marR="1193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600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-1</a:t>
                      </a:r>
                    </a:p>
                  </a:txBody>
                  <a:tcPr marL="119329" marR="1193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333775"/>
                  </a:ext>
                </a:extLst>
              </a:tr>
              <a:tr h="74365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600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4</a:t>
                      </a:r>
                    </a:p>
                  </a:txBody>
                  <a:tcPr marL="119329" marR="1193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600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草地</a:t>
                      </a:r>
                    </a:p>
                  </a:txBody>
                  <a:tcPr marL="119329" marR="1193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600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+2</a:t>
                      </a:r>
                    </a:p>
                  </a:txBody>
                  <a:tcPr marL="119329" marR="1193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600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泥地</a:t>
                      </a:r>
                    </a:p>
                  </a:txBody>
                  <a:tcPr marL="119329" marR="1193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600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+0</a:t>
                      </a:r>
                    </a:p>
                  </a:txBody>
                  <a:tcPr marL="119329" marR="1193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600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雪地</a:t>
                      </a:r>
                    </a:p>
                  </a:txBody>
                  <a:tcPr marL="119329" marR="1193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600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-2</a:t>
                      </a:r>
                    </a:p>
                  </a:txBody>
                  <a:tcPr marL="119329" marR="1193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6453445"/>
                  </a:ext>
                </a:extLst>
              </a:tr>
              <a:tr h="74365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600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5</a:t>
                      </a:r>
                    </a:p>
                  </a:txBody>
                  <a:tcPr marL="119329" marR="1193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600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泥地</a:t>
                      </a:r>
                    </a:p>
                  </a:txBody>
                  <a:tcPr marL="119329" marR="1193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600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+1</a:t>
                      </a:r>
                    </a:p>
                  </a:txBody>
                  <a:tcPr marL="119329" marR="1193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600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雪地</a:t>
                      </a:r>
                    </a:p>
                  </a:txBody>
                  <a:tcPr marL="119329" marR="1193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600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+1</a:t>
                      </a:r>
                    </a:p>
                  </a:txBody>
                  <a:tcPr marL="119329" marR="1193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600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草地</a:t>
                      </a:r>
                    </a:p>
                  </a:txBody>
                  <a:tcPr marL="119329" marR="1193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600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-1</a:t>
                      </a:r>
                    </a:p>
                  </a:txBody>
                  <a:tcPr marL="119329" marR="1193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9873297"/>
                  </a:ext>
                </a:extLst>
              </a:tr>
              <a:tr h="74365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600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6</a:t>
                      </a:r>
                    </a:p>
                  </a:txBody>
                  <a:tcPr marL="119329" marR="1193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600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雪地</a:t>
                      </a:r>
                    </a:p>
                  </a:txBody>
                  <a:tcPr marL="119329" marR="1193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600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+2</a:t>
                      </a:r>
                    </a:p>
                  </a:txBody>
                  <a:tcPr marL="119329" marR="1193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600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草地</a:t>
                      </a:r>
                    </a:p>
                  </a:txBody>
                  <a:tcPr marL="119329" marR="1193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600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+0</a:t>
                      </a:r>
                    </a:p>
                  </a:txBody>
                  <a:tcPr marL="119329" marR="1193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600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泥地</a:t>
                      </a:r>
                    </a:p>
                  </a:txBody>
                  <a:tcPr marL="119329" marR="1193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600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-2</a:t>
                      </a:r>
                    </a:p>
                  </a:txBody>
                  <a:tcPr marL="119329" marR="1193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1365233"/>
                  </a:ext>
                </a:extLst>
              </a:tr>
              <a:tr h="65227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600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7</a:t>
                      </a:r>
                    </a:p>
                  </a:txBody>
                  <a:tcPr marL="119329" marR="1193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600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草地</a:t>
                      </a:r>
                    </a:p>
                  </a:txBody>
                  <a:tcPr marL="119329" marR="1193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600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+1</a:t>
                      </a:r>
                    </a:p>
                  </a:txBody>
                  <a:tcPr marL="119329" marR="1193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600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泥地</a:t>
                      </a:r>
                    </a:p>
                  </a:txBody>
                  <a:tcPr marL="119329" marR="1193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600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+1</a:t>
                      </a:r>
                    </a:p>
                  </a:txBody>
                  <a:tcPr marL="119329" marR="1193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600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雪地</a:t>
                      </a:r>
                    </a:p>
                  </a:txBody>
                  <a:tcPr marL="119329" marR="1193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600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-1</a:t>
                      </a:r>
                    </a:p>
                  </a:txBody>
                  <a:tcPr marL="119329" marR="1193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8073012"/>
                  </a:ext>
                </a:extLst>
              </a:tr>
              <a:tr h="65227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600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8</a:t>
                      </a:r>
                    </a:p>
                  </a:txBody>
                  <a:tcPr marL="119329" marR="1193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600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雪地</a:t>
                      </a:r>
                    </a:p>
                  </a:txBody>
                  <a:tcPr marL="119329" marR="1193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600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+2</a:t>
                      </a:r>
                    </a:p>
                  </a:txBody>
                  <a:tcPr marL="119329" marR="1193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600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草地</a:t>
                      </a:r>
                    </a:p>
                  </a:txBody>
                  <a:tcPr marL="119329" marR="1193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600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+0</a:t>
                      </a:r>
                    </a:p>
                  </a:txBody>
                  <a:tcPr marL="119329" marR="1193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600" dirty="0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泥地</a:t>
                      </a:r>
                    </a:p>
                  </a:txBody>
                  <a:tcPr marL="119329" marR="1193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600" dirty="0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-2</a:t>
                      </a:r>
                    </a:p>
                  </a:txBody>
                  <a:tcPr marL="119329" marR="1193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1748464"/>
                  </a:ext>
                </a:extLst>
              </a:tr>
            </a:tbl>
          </a:graphicData>
        </a:graphic>
      </p:graphicFrame>
      <p:sp>
        <p:nvSpPr>
          <p:cNvPr id="15" name="標題 1">
            <a:extLst>
              <a:ext uri="{FF2B5EF4-FFF2-40B4-BE49-F238E27FC236}">
                <a16:creationId xmlns:a16="http://schemas.microsoft.com/office/drawing/2014/main" id="{2D3CA411-B4B9-66FF-120E-7A4196965C73}"/>
              </a:ext>
            </a:extLst>
          </p:cNvPr>
          <p:cNvSpPr txBox="1">
            <a:spLocks/>
          </p:cNvSpPr>
          <p:nvPr/>
        </p:nvSpPr>
        <p:spPr>
          <a:xfrm>
            <a:off x="386786" y="3243813"/>
            <a:ext cx="4194175" cy="6418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3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分析師的選擇</a:t>
            </a:r>
            <a:endParaRPr lang="zh-TW" altLang="en-US" sz="3600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8A6D9E0B-101D-7684-13FA-898EA60CBA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7309" y="3885685"/>
            <a:ext cx="1902386" cy="1902386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4D1F84D3-F17D-332F-05CF-1411893A0F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4033" y="3885684"/>
            <a:ext cx="1759397" cy="1902387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8330424D-8CD4-82CF-ACB4-1FD752712800}"/>
              </a:ext>
            </a:extLst>
          </p:cNvPr>
          <p:cNvSpPr txBox="1"/>
          <p:nvPr/>
        </p:nvSpPr>
        <p:spPr>
          <a:xfrm>
            <a:off x="3462945" y="5951982"/>
            <a:ext cx="149111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000" dirty="0"/>
              <a:t>昂貴</a:t>
            </a:r>
            <a:br>
              <a:rPr lang="en-US" altLang="zh-TW" sz="2000" dirty="0"/>
            </a:br>
            <a:r>
              <a:rPr lang="en-US" altLang="zh-TW" sz="2000" dirty="0"/>
              <a:t>85% </a:t>
            </a:r>
            <a:r>
              <a:rPr lang="zh-TW" altLang="en-US" sz="2000" dirty="0"/>
              <a:t>準確度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25C52D17-F19E-43E0-7963-C021659E754E}"/>
              </a:ext>
            </a:extLst>
          </p:cNvPr>
          <p:cNvSpPr txBox="1"/>
          <p:nvPr/>
        </p:nvSpPr>
        <p:spPr>
          <a:xfrm>
            <a:off x="6548174" y="5951982"/>
            <a:ext cx="149111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000" dirty="0"/>
              <a:t>廉價</a:t>
            </a:r>
            <a:br>
              <a:rPr lang="en-US" altLang="zh-TW" sz="2000" dirty="0"/>
            </a:br>
            <a:r>
              <a:rPr lang="en-US" altLang="zh-TW" sz="2000" dirty="0"/>
              <a:t>65% </a:t>
            </a:r>
            <a:r>
              <a:rPr lang="zh-TW" altLang="en-US" sz="2000" dirty="0"/>
              <a:t>準確度</a:t>
            </a:r>
          </a:p>
        </p:txBody>
      </p:sp>
    </p:spTree>
    <p:extLst>
      <p:ext uri="{BB962C8B-B14F-4D97-AF65-F5344CB8AC3E}">
        <p14:creationId xmlns:p14="http://schemas.microsoft.com/office/powerpoint/2010/main" val="31862309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B0F87-A49E-FD09-F53C-3B1025B7F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6BF3BADB-F50D-1E66-62EC-0CC2A9AEA2D0}"/>
              </a:ext>
            </a:extLst>
          </p:cNvPr>
          <p:cNvSpPr txBox="1">
            <a:spLocks/>
          </p:cNvSpPr>
          <p:nvPr/>
        </p:nvSpPr>
        <p:spPr>
          <a:xfrm>
            <a:off x="386786" y="300037"/>
            <a:ext cx="6349679" cy="6418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3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意外事件：每場隨機抽三張機率發生</a:t>
            </a:r>
            <a:endParaRPr lang="zh-TW" altLang="en-US" sz="3600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4BE56D92-8F9D-74EA-95BD-B587893FA8AE}"/>
              </a:ext>
            </a:extLst>
          </p:cNvPr>
          <p:cNvSpPr txBox="1"/>
          <p:nvPr/>
        </p:nvSpPr>
        <p:spPr>
          <a:xfrm>
            <a:off x="386786" y="3619241"/>
            <a:ext cx="6094070" cy="2487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zh-TW" altLang="zh-TW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Gungsuh" panose="02030600000101010101" pitchFamily="18" charset="-127"/>
                <a:cs typeface="Gungsuh" panose="02030600000101010101" pitchFamily="18" charset="-127"/>
              </a:rPr>
              <a:t>單勝</a:t>
            </a:r>
            <a:r>
              <a:rPr lang="zh-TW" altLang="zh-TW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Gungsuh" panose="02030600000101010101" pitchFamily="18" charset="-127"/>
                <a:cs typeface="Gungsuh" panose="02030600000101010101" pitchFamily="18" charset="-127"/>
              </a:rPr>
              <a:t>：第</a:t>
            </a:r>
            <a:r>
              <a:rPr lang="zh-TW" altLang="zh-TW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</a:rPr>
              <a:t> 1 </a:t>
            </a:r>
            <a:r>
              <a:rPr lang="zh-TW" altLang="zh-TW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Gungsuh" panose="02030600000101010101" pitchFamily="18" charset="-127"/>
                <a:cs typeface="Gungsuh" panose="02030600000101010101" pitchFamily="18" charset="-127"/>
              </a:rPr>
              <a:t>名</a:t>
            </a:r>
            <a:r>
              <a:rPr lang="zh-TW" altLang="zh-TW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</a:rPr>
              <a:t> (3</a:t>
            </a:r>
            <a:r>
              <a:rPr lang="zh-TW" altLang="zh-TW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Gungsuh" panose="02030600000101010101" pitchFamily="18" charset="-127"/>
                <a:cs typeface="Gungsuh" panose="02030600000101010101" pitchFamily="18" charset="-127"/>
              </a:rPr>
              <a:t>倍含本金</a:t>
            </a:r>
            <a:r>
              <a:rPr lang="zh-TW" altLang="zh-TW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</a:rPr>
              <a:t>)</a:t>
            </a:r>
            <a:endParaRPr lang="zh-TW" altLang="zh-TW" sz="1800" dirty="0">
              <a:effectLst/>
              <a:latin typeface="Arial" panose="020B0604020202020204" pitchFamily="34" charset="0"/>
              <a:ea typeface="新細明體" panose="02020500000000000000" pitchFamily="18" charset="-12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zh-TW" altLang="zh-TW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Gungsuh" panose="02030600000101010101" pitchFamily="18" charset="-127"/>
                <a:cs typeface="Gungsuh" panose="02030600000101010101" pitchFamily="18" charset="-127"/>
              </a:rPr>
              <a:t>複勝</a:t>
            </a:r>
            <a:r>
              <a:rPr lang="zh-TW" altLang="zh-TW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Gungsuh" panose="02030600000101010101" pitchFamily="18" charset="-127"/>
                <a:cs typeface="Gungsuh" panose="02030600000101010101" pitchFamily="18" charset="-127"/>
              </a:rPr>
              <a:t>：進前三名</a:t>
            </a:r>
            <a:r>
              <a:rPr lang="zh-TW" altLang="zh-TW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</a:rPr>
              <a:t> (1.5</a:t>
            </a:r>
            <a:r>
              <a:rPr lang="zh-TW" altLang="zh-TW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Gungsuh" panose="02030600000101010101" pitchFamily="18" charset="-127"/>
                <a:cs typeface="Gungsuh" panose="02030600000101010101" pitchFamily="18" charset="-127"/>
              </a:rPr>
              <a:t>倍含本金</a:t>
            </a:r>
            <a:r>
              <a:rPr lang="zh-TW" altLang="zh-TW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</a:rPr>
              <a:t>)</a:t>
            </a:r>
            <a:endParaRPr lang="zh-TW" altLang="zh-TW" sz="1800" dirty="0">
              <a:effectLst/>
              <a:latin typeface="Arial" panose="020B0604020202020204" pitchFamily="34" charset="0"/>
              <a:ea typeface="新細明體" panose="02020500000000000000" pitchFamily="18" charset="-12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zh-TW" altLang="zh-TW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Gungsuh" panose="02030600000101010101" pitchFamily="18" charset="-127"/>
                <a:cs typeface="Gungsuh" panose="02030600000101010101" pitchFamily="18" charset="-127"/>
              </a:rPr>
              <a:t>馬連</a:t>
            </a:r>
            <a:r>
              <a:rPr lang="zh-TW" altLang="zh-TW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Gungsuh" panose="02030600000101010101" pitchFamily="18" charset="-127"/>
                <a:cs typeface="Gungsuh" panose="02030600000101010101" pitchFamily="18" charset="-127"/>
              </a:rPr>
              <a:t>：前兩名，不分順序</a:t>
            </a:r>
            <a:r>
              <a:rPr lang="zh-TW" altLang="zh-TW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</a:rPr>
              <a:t> ((5</a:t>
            </a:r>
            <a:r>
              <a:rPr lang="zh-TW" altLang="zh-TW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Gungsuh" panose="02030600000101010101" pitchFamily="18" charset="-127"/>
                <a:cs typeface="Gungsuh" panose="02030600000101010101" pitchFamily="18" charset="-127"/>
              </a:rPr>
              <a:t>倍含本金</a:t>
            </a:r>
            <a:r>
              <a:rPr lang="zh-TW" altLang="zh-TW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</a:rPr>
              <a:t>)</a:t>
            </a:r>
            <a:endParaRPr lang="zh-TW" altLang="zh-TW" sz="1800" dirty="0">
              <a:effectLst/>
              <a:latin typeface="Arial" panose="020B0604020202020204" pitchFamily="34" charset="0"/>
              <a:ea typeface="新細明體" panose="02020500000000000000" pitchFamily="18" charset="-12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zh-TW" altLang="zh-TW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Gungsuh" panose="02030600000101010101" pitchFamily="18" charset="-127"/>
                <a:cs typeface="Gungsuh" panose="02030600000101010101" pitchFamily="18" charset="-127"/>
              </a:rPr>
              <a:t>馬單</a:t>
            </a:r>
            <a:r>
              <a:rPr lang="zh-TW" altLang="zh-TW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Gungsuh" panose="02030600000101010101" pitchFamily="18" charset="-127"/>
                <a:cs typeface="Gungsuh" panose="02030600000101010101" pitchFamily="18" charset="-127"/>
              </a:rPr>
              <a:t>：前兩名，順序要對</a:t>
            </a:r>
            <a:r>
              <a:rPr lang="zh-TW" altLang="zh-TW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</a:rPr>
              <a:t> (8</a:t>
            </a:r>
            <a:r>
              <a:rPr lang="zh-TW" altLang="zh-TW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Gungsuh" panose="02030600000101010101" pitchFamily="18" charset="-127"/>
                <a:cs typeface="Gungsuh" panose="02030600000101010101" pitchFamily="18" charset="-127"/>
              </a:rPr>
              <a:t>倍含本金</a:t>
            </a:r>
            <a:r>
              <a:rPr lang="zh-TW" altLang="zh-TW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</a:rPr>
              <a:t>)</a:t>
            </a:r>
            <a:endParaRPr lang="zh-TW" altLang="zh-TW" sz="1800" dirty="0">
              <a:effectLst/>
              <a:latin typeface="Arial" panose="020B0604020202020204" pitchFamily="34" charset="0"/>
              <a:ea typeface="新細明體" panose="02020500000000000000" pitchFamily="18" charset="-12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zh-TW" altLang="zh-TW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Gungsuh" panose="02030600000101010101" pitchFamily="18" charset="-127"/>
                <a:cs typeface="Gungsuh" panose="02030600000101010101" pitchFamily="18" charset="-127"/>
              </a:rPr>
              <a:t>三連複</a:t>
            </a:r>
            <a:r>
              <a:rPr lang="zh-TW" altLang="zh-TW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Gungsuh" panose="02030600000101010101" pitchFamily="18" charset="-127"/>
                <a:cs typeface="Gungsuh" panose="02030600000101010101" pitchFamily="18" charset="-127"/>
              </a:rPr>
              <a:t>：前</a:t>
            </a:r>
            <a:r>
              <a:rPr lang="zh-TW" altLang="zh-TW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</a:rPr>
              <a:t> 3 </a:t>
            </a:r>
            <a:r>
              <a:rPr lang="zh-TW" altLang="zh-TW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Gungsuh" panose="02030600000101010101" pitchFamily="18" charset="-127"/>
                <a:cs typeface="Gungsuh" panose="02030600000101010101" pitchFamily="18" charset="-127"/>
              </a:rPr>
              <a:t>名，不分順序</a:t>
            </a:r>
            <a:r>
              <a:rPr lang="zh-TW" altLang="zh-TW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</a:rPr>
              <a:t> (15</a:t>
            </a:r>
            <a:r>
              <a:rPr lang="zh-TW" altLang="zh-TW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Gungsuh" panose="02030600000101010101" pitchFamily="18" charset="-127"/>
                <a:cs typeface="Gungsuh" panose="02030600000101010101" pitchFamily="18" charset="-127"/>
              </a:rPr>
              <a:t>倍含本金</a:t>
            </a:r>
            <a:r>
              <a:rPr lang="zh-TW" altLang="zh-TW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</a:rPr>
              <a:t>)</a:t>
            </a:r>
            <a:endParaRPr lang="zh-TW" altLang="zh-TW" sz="1800" dirty="0">
              <a:effectLst/>
              <a:latin typeface="Arial" panose="020B0604020202020204" pitchFamily="34" charset="0"/>
              <a:ea typeface="新細明體" panose="02020500000000000000" pitchFamily="18" charset="-12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zh-TW" altLang="zh-TW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Gungsuh" panose="02030600000101010101" pitchFamily="18" charset="-127"/>
                <a:cs typeface="Gungsuh" panose="02030600000101010101" pitchFamily="18" charset="-127"/>
              </a:rPr>
              <a:t>三連單</a:t>
            </a:r>
            <a:r>
              <a:rPr lang="zh-TW" altLang="zh-TW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Gungsuh" panose="02030600000101010101" pitchFamily="18" charset="-127"/>
                <a:cs typeface="Gungsuh" panose="02030600000101010101" pitchFamily="18" charset="-127"/>
              </a:rPr>
              <a:t>：前</a:t>
            </a:r>
            <a:r>
              <a:rPr lang="zh-TW" altLang="zh-TW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</a:rPr>
              <a:t> 3 </a:t>
            </a:r>
            <a:r>
              <a:rPr lang="zh-TW" altLang="zh-TW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Gungsuh" panose="02030600000101010101" pitchFamily="18" charset="-127"/>
                <a:cs typeface="Gungsuh" panose="02030600000101010101" pitchFamily="18" charset="-127"/>
              </a:rPr>
              <a:t>名，順序要對</a:t>
            </a:r>
            <a:r>
              <a:rPr lang="zh-TW" altLang="zh-TW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</a:rPr>
              <a:t>(30</a:t>
            </a:r>
            <a:r>
              <a:rPr lang="zh-TW" altLang="zh-TW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Gungsuh" panose="02030600000101010101" pitchFamily="18" charset="-127"/>
                <a:cs typeface="Gungsuh" panose="02030600000101010101" pitchFamily="18" charset="-127"/>
              </a:rPr>
              <a:t>倍含本金</a:t>
            </a:r>
            <a:r>
              <a:rPr lang="zh-TW" altLang="zh-TW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</a:rPr>
              <a:t>)</a:t>
            </a:r>
            <a:endParaRPr lang="zh-TW" altLang="zh-TW" sz="1800" dirty="0">
              <a:effectLst/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5" name="標題 1">
            <a:extLst>
              <a:ext uri="{FF2B5EF4-FFF2-40B4-BE49-F238E27FC236}">
                <a16:creationId xmlns:a16="http://schemas.microsoft.com/office/drawing/2014/main" id="{BBAEBFFA-7EE4-0A22-2F0D-24E789A66B09}"/>
              </a:ext>
            </a:extLst>
          </p:cNvPr>
          <p:cNvSpPr txBox="1">
            <a:spLocks/>
          </p:cNvSpPr>
          <p:nvPr/>
        </p:nvSpPr>
        <p:spPr>
          <a:xfrm>
            <a:off x="386786" y="2977369"/>
            <a:ext cx="4194175" cy="6418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3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下注的選擇</a:t>
            </a:r>
            <a:endParaRPr lang="zh-TW" altLang="en-US" sz="3600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21086623-AFB3-8FBB-D723-6C32273D10A5}"/>
              </a:ext>
            </a:extLst>
          </p:cNvPr>
          <p:cNvSpPr txBox="1"/>
          <p:nvPr/>
        </p:nvSpPr>
        <p:spPr>
          <a:xfrm>
            <a:off x="386787" y="941909"/>
            <a:ext cx="10609162" cy="426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zh-TW" altLang="en-US" sz="2000" dirty="0"/>
              <a:t>有</a:t>
            </a:r>
            <a:r>
              <a:rPr lang="en-US" altLang="zh-TW" sz="2000" dirty="0"/>
              <a:t>N%</a:t>
            </a:r>
            <a:r>
              <a:rPr lang="zh-TW" altLang="en-US" sz="2000" dirty="0"/>
              <a:t>的機率在賽事中發生某事件，對特定馬、場地或多批馬造成</a:t>
            </a:r>
            <a:r>
              <a:rPr lang="en-US" altLang="zh-TW" sz="2000" dirty="0"/>
              <a:t>debuff</a:t>
            </a:r>
            <a:r>
              <a:rPr lang="zh-TW" altLang="en-US" sz="2000" dirty="0"/>
              <a:t>的影響 * </a:t>
            </a:r>
            <a:r>
              <a:rPr lang="en-US" altLang="zh-TW" sz="2000" dirty="0"/>
              <a:t>10</a:t>
            </a:r>
            <a:r>
              <a:rPr lang="zh-TW" altLang="en-US" sz="2000" dirty="0"/>
              <a:t>張</a:t>
            </a:r>
            <a:endParaRPr lang="zh-TW" altLang="zh-TW" sz="2000" dirty="0"/>
          </a:p>
        </p:txBody>
      </p:sp>
      <p:sp>
        <p:nvSpPr>
          <p:cNvPr id="8" name="標題 1">
            <a:extLst>
              <a:ext uri="{FF2B5EF4-FFF2-40B4-BE49-F238E27FC236}">
                <a16:creationId xmlns:a16="http://schemas.microsoft.com/office/drawing/2014/main" id="{2C028E5A-6949-1E3D-C918-7709B8800DC3}"/>
              </a:ext>
            </a:extLst>
          </p:cNvPr>
          <p:cNvSpPr txBox="1">
            <a:spLocks/>
          </p:cNvSpPr>
          <p:nvPr/>
        </p:nvSpPr>
        <p:spPr>
          <a:xfrm>
            <a:off x="386786" y="1534289"/>
            <a:ext cx="11303644" cy="82694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工具牌：</a:t>
            </a:r>
            <a:endParaRPr lang="en-US" altLang="zh-TW" sz="3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TW" altLang="en-US" sz="2000" dirty="0">
                <a:latin typeface="+mn-lt"/>
                <a:ea typeface="+mn-ea"/>
                <a:cs typeface="+mn-cs"/>
              </a:rPr>
              <a:t>商店中購買，對應事件的數量，可以抵銷事件發生的</a:t>
            </a:r>
            <a:r>
              <a:rPr lang="en-US" altLang="zh-TW" sz="2000" dirty="0">
                <a:latin typeface="+mn-lt"/>
                <a:ea typeface="+mn-ea"/>
                <a:cs typeface="+mn-cs"/>
              </a:rPr>
              <a:t>Debuff</a:t>
            </a:r>
            <a:r>
              <a:rPr lang="zh-TW" altLang="en-US" sz="2000" dirty="0">
                <a:latin typeface="+mn-lt"/>
                <a:ea typeface="+mn-ea"/>
                <a:cs typeface="+mn-cs"/>
              </a:rPr>
              <a:t>，每人最多持有三張。</a:t>
            </a:r>
          </a:p>
        </p:txBody>
      </p:sp>
    </p:spTree>
    <p:extLst>
      <p:ext uri="{BB962C8B-B14F-4D97-AF65-F5344CB8AC3E}">
        <p14:creationId xmlns:p14="http://schemas.microsoft.com/office/powerpoint/2010/main" val="18653837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>
            <a:extLst>
              <a:ext uri="{FF2B5EF4-FFF2-40B4-BE49-F238E27FC236}">
                <a16:creationId xmlns:a16="http://schemas.microsoft.com/office/drawing/2014/main" id="{8FB51FD3-7CE6-BE56-72FF-30877523D1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159" b="4522"/>
          <a:stretch>
            <a:fillRect/>
          </a:stretch>
        </p:blipFill>
        <p:spPr>
          <a:xfrm>
            <a:off x="3760235" y="1307939"/>
            <a:ext cx="1123693" cy="1336875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748E44BA-54C7-047B-9729-E8C45F2E86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 rot="18900000" flipH="1">
            <a:off x="5695529" y="1169245"/>
            <a:ext cx="1975815" cy="1614261"/>
          </a:xfrm>
          <a:prstGeom prst="rect">
            <a:avLst/>
          </a:prstGeom>
        </p:spPr>
      </p:pic>
      <p:sp>
        <p:nvSpPr>
          <p:cNvPr id="13" name="標題 1">
            <a:extLst>
              <a:ext uri="{FF2B5EF4-FFF2-40B4-BE49-F238E27FC236}">
                <a16:creationId xmlns:a16="http://schemas.microsoft.com/office/drawing/2014/main" id="{D9BD11F2-8751-5AB7-19DC-91C9D93FBB5E}"/>
              </a:ext>
            </a:extLst>
          </p:cNvPr>
          <p:cNvSpPr txBox="1">
            <a:spLocks/>
          </p:cNvSpPr>
          <p:nvPr/>
        </p:nvSpPr>
        <p:spPr>
          <a:xfrm>
            <a:off x="386786" y="300037"/>
            <a:ext cx="6349679" cy="6418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3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選擇馬匹</a:t>
            </a:r>
            <a:endParaRPr lang="zh-TW" altLang="en-US" sz="3600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22523348-C40C-F7E7-598E-4DFB794F77D9}"/>
              </a:ext>
            </a:extLst>
          </p:cNvPr>
          <p:cNvSpPr txBox="1"/>
          <p:nvPr/>
        </p:nvSpPr>
        <p:spPr>
          <a:xfrm>
            <a:off x="1588402" y="2826178"/>
            <a:ext cx="953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Horse 1</a:t>
            </a:r>
            <a:endParaRPr lang="zh-TW" altLang="en-US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CC50B303-7147-A414-4728-AB95E715D35E}"/>
              </a:ext>
            </a:extLst>
          </p:cNvPr>
          <p:cNvSpPr txBox="1"/>
          <p:nvPr/>
        </p:nvSpPr>
        <p:spPr>
          <a:xfrm>
            <a:off x="3845348" y="2826178"/>
            <a:ext cx="953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Horse 2</a:t>
            </a:r>
            <a:endParaRPr lang="zh-TW" altLang="en-US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60BF4070-C803-8548-0368-B2C0E4962ABF}"/>
              </a:ext>
            </a:extLst>
          </p:cNvPr>
          <p:cNvSpPr txBox="1"/>
          <p:nvPr/>
        </p:nvSpPr>
        <p:spPr>
          <a:xfrm>
            <a:off x="6259732" y="2826178"/>
            <a:ext cx="953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Horse 3</a:t>
            </a:r>
            <a:endParaRPr lang="zh-TW" altLang="en-US" dirty="0"/>
          </a:p>
        </p:txBody>
      </p:sp>
      <p:pic>
        <p:nvPicPr>
          <p:cNvPr id="18" name="圖片 17">
            <a:extLst>
              <a:ext uri="{FF2B5EF4-FFF2-40B4-BE49-F238E27FC236}">
                <a16:creationId xmlns:a16="http://schemas.microsoft.com/office/drawing/2014/main" id="{B098989B-220A-007B-D93F-0ABAA5E505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108710" y="1117914"/>
            <a:ext cx="1912002" cy="1708264"/>
          </a:xfrm>
          <a:prstGeom prst="rect">
            <a:avLst/>
          </a:prstGeom>
        </p:spPr>
      </p:pic>
      <p:sp>
        <p:nvSpPr>
          <p:cNvPr id="19" name="文字方塊 18">
            <a:extLst>
              <a:ext uri="{FF2B5EF4-FFF2-40B4-BE49-F238E27FC236}">
                <a16:creationId xmlns:a16="http://schemas.microsoft.com/office/drawing/2014/main" id="{2E244446-9C5F-ADB5-2E47-D7983CACFAEC}"/>
              </a:ext>
            </a:extLst>
          </p:cNvPr>
          <p:cNvSpPr txBox="1"/>
          <p:nvPr/>
        </p:nvSpPr>
        <p:spPr>
          <a:xfrm>
            <a:off x="8568059" y="2826178"/>
            <a:ext cx="953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Horse 4</a:t>
            </a:r>
            <a:endParaRPr lang="zh-TW" altLang="en-US" dirty="0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4253B51F-40B1-6918-C171-6822FE75EDE2}"/>
              </a:ext>
            </a:extLst>
          </p:cNvPr>
          <p:cNvSpPr txBox="1"/>
          <p:nvPr/>
        </p:nvSpPr>
        <p:spPr>
          <a:xfrm>
            <a:off x="1588402" y="5540754"/>
            <a:ext cx="953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Horse 5</a:t>
            </a:r>
            <a:endParaRPr lang="zh-TW" altLang="en-US" dirty="0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D21ED27E-9670-B2D9-C5CB-1789B5B346E1}"/>
              </a:ext>
            </a:extLst>
          </p:cNvPr>
          <p:cNvSpPr txBox="1"/>
          <p:nvPr/>
        </p:nvSpPr>
        <p:spPr>
          <a:xfrm>
            <a:off x="3845348" y="5540754"/>
            <a:ext cx="953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Horse 6</a:t>
            </a:r>
            <a:endParaRPr lang="zh-TW" altLang="en-US" dirty="0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8CDC3A01-A936-6329-57D3-A9AEEAC6B836}"/>
              </a:ext>
            </a:extLst>
          </p:cNvPr>
          <p:cNvSpPr txBox="1"/>
          <p:nvPr/>
        </p:nvSpPr>
        <p:spPr>
          <a:xfrm>
            <a:off x="6259732" y="5540754"/>
            <a:ext cx="953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Horse 7</a:t>
            </a:r>
            <a:endParaRPr lang="zh-TW" altLang="en-US" dirty="0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677DEBD4-0F9B-3D83-E221-5349117F62DD}"/>
              </a:ext>
            </a:extLst>
          </p:cNvPr>
          <p:cNvSpPr txBox="1"/>
          <p:nvPr/>
        </p:nvSpPr>
        <p:spPr>
          <a:xfrm>
            <a:off x="8568059" y="5540754"/>
            <a:ext cx="953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Horse 8</a:t>
            </a:r>
            <a:endParaRPr lang="zh-TW" altLang="en-US" dirty="0"/>
          </a:p>
        </p:txBody>
      </p:sp>
      <p:pic>
        <p:nvPicPr>
          <p:cNvPr id="25" name="圖片 24">
            <a:extLst>
              <a:ext uri="{FF2B5EF4-FFF2-40B4-BE49-F238E27FC236}">
                <a16:creationId xmlns:a16="http://schemas.microsoft.com/office/drawing/2014/main" id="{32660D9A-9725-BA51-CBC9-6F143EDD4B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228875" y="3496266"/>
            <a:ext cx="1912003" cy="1818331"/>
          </a:xfrm>
          <a:prstGeom prst="rect">
            <a:avLst/>
          </a:prstGeom>
        </p:spPr>
      </p:pic>
      <p:pic>
        <p:nvPicPr>
          <p:cNvPr id="27" name="圖片 26">
            <a:extLst>
              <a:ext uri="{FF2B5EF4-FFF2-40B4-BE49-F238E27FC236}">
                <a16:creationId xmlns:a16="http://schemas.microsoft.com/office/drawing/2014/main" id="{B75F523A-47EB-4419-3C5F-754C24DFA24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8376785" y="1007847"/>
            <a:ext cx="1336014" cy="1818331"/>
          </a:xfrm>
          <a:prstGeom prst="rect">
            <a:avLst/>
          </a:prstGeom>
        </p:spPr>
      </p:pic>
      <p:pic>
        <p:nvPicPr>
          <p:cNvPr id="29" name="圖片 28">
            <a:extLst>
              <a:ext uri="{FF2B5EF4-FFF2-40B4-BE49-F238E27FC236}">
                <a16:creationId xmlns:a16="http://schemas.microsoft.com/office/drawing/2014/main" id="{52A134C7-3F20-E0D7-4E97-59A6A4F5A05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7720" t="1012" r="3114"/>
          <a:stretch>
            <a:fillRect/>
          </a:stretch>
        </p:blipFill>
        <p:spPr>
          <a:xfrm>
            <a:off x="3689621" y="3458966"/>
            <a:ext cx="1264920" cy="1818331"/>
          </a:xfrm>
          <a:prstGeom prst="rect">
            <a:avLst/>
          </a:prstGeom>
        </p:spPr>
      </p:pic>
      <p:pic>
        <p:nvPicPr>
          <p:cNvPr id="34" name="圖片 33">
            <a:extLst>
              <a:ext uri="{FF2B5EF4-FFF2-40B4-BE49-F238E27FC236}">
                <a16:creationId xmlns:a16="http://schemas.microsoft.com/office/drawing/2014/main" id="{168B7110-F6DC-A740-E5FC-1935EE0156A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97447" y="3898961"/>
            <a:ext cx="2058315" cy="1378336"/>
          </a:xfrm>
          <a:prstGeom prst="rect">
            <a:avLst/>
          </a:prstGeom>
        </p:spPr>
      </p:pic>
      <p:pic>
        <p:nvPicPr>
          <p:cNvPr id="36" name="圖片 35">
            <a:extLst>
              <a:ext uri="{FF2B5EF4-FFF2-40B4-BE49-F238E27FC236}">
                <a16:creationId xmlns:a16="http://schemas.microsoft.com/office/drawing/2014/main" id="{D06CF742-A7B7-31E2-E7DC-E6B39EB58C4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2304" y="3785641"/>
            <a:ext cx="1604975" cy="1604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1709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FA87E-8CF4-E3B9-3479-727C1EDAC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>
            <a:extLst>
              <a:ext uri="{FF2B5EF4-FFF2-40B4-BE49-F238E27FC236}">
                <a16:creationId xmlns:a16="http://schemas.microsoft.com/office/drawing/2014/main" id="{1F137CC5-2002-50D6-4D90-FB71D13817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159" b="4522"/>
          <a:stretch>
            <a:fillRect/>
          </a:stretch>
        </p:blipFill>
        <p:spPr>
          <a:xfrm>
            <a:off x="3760235" y="1307939"/>
            <a:ext cx="1123693" cy="1336875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970F43A9-67E2-D402-1C97-FA98FB6375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 rot="18900000" flipH="1">
            <a:off x="5695529" y="1169245"/>
            <a:ext cx="1975815" cy="1614261"/>
          </a:xfrm>
          <a:prstGeom prst="rect">
            <a:avLst/>
          </a:prstGeom>
        </p:spPr>
      </p:pic>
      <p:sp>
        <p:nvSpPr>
          <p:cNvPr id="13" name="標題 1">
            <a:extLst>
              <a:ext uri="{FF2B5EF4-FFF2-40B4-BE49-F238E27FC236}">
                <a16:creationId xmlns:a16="http://schemas.microsoft.com/office/drawing/2014/main" id="{5F5A5B93-E1B5-0F9F-174A-8B5DB971C6E0}"/>
              </a:ext>
            </a:extLst>
          </p:cNvPr>
          <p:cNvSpPr txBox="1">
            <a:spLocks/>
          </p:cNvSpPr>
          <p:nvPr/>
        </p:nvSpPr>
        <p:spPr>
          <a:xfrm>
            <a:off x="386786" y="300037"/>
            <a:ext cx="6349679" cy="6418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3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選擇馬匹</a:t>
            </a:r>
            <a:endParaRPr lang="zh-TW" altLang="en-US" sz="3600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51E2ACD2-0AA4-A4A8-D5BD-925728B89E1F}"/>
              </a:ext>
            </a:extLst>
          </p:cNvPr>
          <p:cNvSpPr txBox="1"/>
          <p:nvPr/>
        </p:nvSpPr>
        <p:spPr>
          <a:xfrm>
            <a:off x="1588402" y="2826178"/>
            <a:ext cx="953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Horse 1</a:t>
            </a:r>
            <a:endParaRPr lang="zh-TW" altLang="en-US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4F5ACA59-59BD-C85F-6F58-53BDF34E425B}"/>
              </a:ext>
            </a:extLst>
          </p:cNvPr>
          <p:cNvSpPr txBox="1"/>
          <p:nvPr/>
        </p:nvSpPr>
        <p:spPr>
          <a:xfrm>
            <a:off x="3845348" y="2826178"/>
            <a:ext cx="953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Horse 2</a:t>
            </a:r>
            <a:endParaRPr lang="zh-TW" altLang="en-US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47A74EDF-827F-C836-6645-2E3F5B8376A2}"/>
              </a:ext>
            </a:extLst>
          </p:cNvPr>
          <p:cNvSpPr txBox="1"/>
          <p:nvPr/>
        </p:nvSpPr>
        <p:spPr>
          <a:xfrm>
            <a:off x="6259732" y="2826178"/>
            <a:ext cx="953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Horse 3</a:t>
            </a:r>
            <a:endParaRPr lang="zh-TW" altLang="en-US" dirty="0"/>
          </a:p>
        </p:txBody>
      </p:sp>
      <p:pic>
        <p:nvPicPr>
          <p:cNvPr id="18" name="圖片 17">
            <a:extLst>
              <a:ext uri="{FF2B5EF4-FFF2-40B4-BE49-F238E27FC236}">
                <a16:creationId xmlns:a16="http://schemas.microsoft.com/office/drawing/2014/main" id="{07AA607C-0465-21A9-6FE4-4536297D7E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108710" y="1117914"/>
            <a:ext cx="1912002" cy="1708264"/>
          </a:xfrm>
          <a:prstGeom prst="rect">
            <a:avLst/>
          </a:prstGeom>
        </p:spPr>
      </p:pic>
      <p:sp>
        <p:nvSpPr>
          <p:cNvPr id="19" name="文字方塊 18">
            <a:extLst>
              <a:ext uri="{FF2B5EF4-FFF2-40B4-BE49-F238E27FC236}">
                <a16:creationId xmlns:a16="http://schemas.microsoft.com/office/drawing/2014/main" id="{85E250B5-A036-41CC-9DA1-F94A2C03412E}"/>
              </a:ext>
            </a:extLst>
          </p:cNvPr>
          <p:cNvSpPr txBox="1"/>
          <p:nvPr/>
        </p:nvSpPr>
        <p:spPr>
          <a:xfrm>
            <a:off x="8568059" y="2826178"/>
            <a:ext cx="953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Horse 4</a:t>
            </a:r>
            <a:endParaRPr lang="zh-TW" altLang="en-US" dirty="0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5D77AFA0-94DC-415A-7EA0-D680842FE340}"/>
              </a:ext>
            </a:extLst>
          </p:cNvPr>
          <p:cNvSpPr txBox="1"/>
          <p:nvPr/>
        </p:nvSpPr>
        <p:spPr>
          <a:xfrm>
            <a:off x="1588402" y="5540754"/>
            <a:ext cx="953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Horse 5</a:t>
            </a:r>
            <a:endParaRPr lang="zh-TW" altLang="en-US" dirty="0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FF5D56D7-3EDA-572B-D224-A6B9552D31C4}"/>
              </a:ext>
            </a:extLst>
          </p:cNvPr>
          <p:cNvSpPr txBox="1"/>
          <p:nvPr/>
        </p:nvSpPr>
        <p:spPr>
          <a:xfrm>
            <a:off x="3845348" y="5540754"/>
            <a:ext cx="953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Horse 6</a:t>
            </a:r>
            <a:endParaRPr lang="zh-TW" altLang="en-US" dirty="0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F2D98FA8-24C2-3304-A85C-7DDB0CBC8C01}"/>
              </a:ext>
            </a:extLst>
          </p:cNvPr>
          <p:cNvSpPr txBox="1"/>
          <p:nvPr/>
        </p:nvSpPr>
        <p:spPr>
          <a:xfrm>
            <a:off x="6259732" y="5540754"/>
            <a:ext cx="953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Horse 7</a:t>
            </a:r>
            <a:endParaRPr lang="zh-TW" altLang="en-US" dirty="0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8ECA7314-D0D4-2124-E821-32267DD20964}"/>
              </a:ext>
            </a:extLst>
          </p:cNvPr>
          <p:cNvSpPr txBox="1"/>
          <p:nvPr/>
        </p:nvSpPr>
        <p:spPr>
          <a:xfrm>
            <a:off x="8568059" y="5540754"/>
            <a:ext cx="953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Horse 8</a:t>
            </a:r>
            <a:endParaRPr lang="zh-TW" altLang="en-US" dirty="0"/>
          </a:p>
        </p:txBody>
      </p:sp>
      <p:pic>
        <p:nvPicPr>
          <p:cNvPr id="25" name="圖片 24">
            <a:extLst>
              <a:ext uri="{FF2B5EF4-FFF2-40B4-BE49-F238E27FC236}">
                <a16:creationId xmlns:a16="http://schemas.microsoft.com/office/drawing/2014/main" id="{970E96D0-4D4C-9C88-39D5-DD2CDC64DB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228875" y="3496266"/>
            <a:ext cx="1912003" cy="1818331"/>
          </a:xfrm>
          <a:prstGeom prst="rect">
            <a:avLst/>
          </a:prstGeom>
        </p:spPr>
      </p:pic>
      <p:pic>
        <p:nvPicPr>
          <p:cNvPr id="27" name="圖片 26">
            <a:extLst>
              <a:ext uri="{FF2B5EF4-FFF2-40B4-BE49-F238E27FC236}">
                <a16:creationId xmlns:a16="http://schemas.microsoft.com/office/drawing/2014/main" id="{1F39299B-61CF-63C5-4EC6-B7EB1139478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8376785" y="1007847"/>
            <a:ext cx="1336014" cy="1818331"/>
          </a:xfrm>
          <a:prstGeom prst="rect">
            <a:avLst/>
          </a:prstGeom>
        </p:spPr>
      </p:pic>
      <p:pic>
        <p:nvPicPr>
          <p:cNvPr id="29" name="圖片 28">
            <a:extLst>
              <a:ext uri="{FF2B5EF4-FFF2-40B4-BE49-F238E27FC236}">
                <a16:creationId xmlns:a16="http://schemas.microsoft.com/office/drawing/2014/main" id="{D3B32E94-10F6-B842-A092-1802C0A1805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7720" t="1012" r="3114"/>
          <a:stretch>
            <a:fillRect/>
          </a:stretch>
        </p:blipFill>
        <p:spPr>
          <a:xfrm>
            <a:off x="3689621" y="3458966"/>
            <a:ext cx="1264920" cy="1818331"/>
          </a:xfrm>
          <a:prstGeom prst="rect">
            <a:avLst/>
          </a:prstGeom>
        </p:spPr>
      </p:pic>
      <p:pic>
        <p:nvPicPr>
          <p:cNvPr id="34" name="圖片 33">
            <a:extLst>
              <a:ext uri="{FF2B5EF4-FFF2-40B4-BE49-F238E27FC236}">
                <a16:creationId xmlns:a16="http://schemas.microsoft.com/office/drawing/2014/main" id="{CD515FFC-C6E7-A749-FC06-A9553CAF4C1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97447" y="3898961"/>
            <a:ext cx="2058315" cy="1378336"/>
          </a:xfrm>
          <a:prstGeom prst="rect">
            <a:avLst/>
          </a:prstGeom>
        </p:spPr>
      </p:pic>
      <p:pic>
        <p:nvPicPr>
          <p:cNvPr id="36" name="圖片 35">
            <a:extLst>
              <a:ext uri="{FF2B5EF4-FFF2-40B4-BE49-F238E27FC236}">
                <a16:creationId xmlns:a16="http://schemas.microsoft.com/office/drawing/2014/main" id="{D8D71E13-29DA-F6AD-B532-D936630190F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2304" y="3785641"/>
            <a:ext cx="1604975" cy="1604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5258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35123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899</Words>
  <Application>Microsoft Office PowerPoint</Application>
  <PresentationFormat>寬螢幕</PresentationFormat>
  <Paragraphs>199</Paragraphs>
  <Slides>9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5" baseType="lpstr">
      <vt:lpstr>Gungsuh</vt:lpstr>
      <vt:lpstr>Aptos</vt:lpstr>
      <vt:lpstr>Aptos Display</vt:lpstr>
      <vt:lpstr>Arial</vt:lpstr>
      <vt:lpstr>Times New Roman</vt:lpstr>
      <vt:lpstr>Office 佈景主題</vt:lpstr>
      <vt:lpstr>PowerPoint 簡報</vt:lpstr>
      <vt:lpstr>玩法</vt:lpstr>
      <vt:lpstr>目標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舜宇 韓</dc:creator>
  <cp:lastModifiedBy>舜宇 韓</cp:lastModifiedBy>
  <cp:revision>1</cp:revision>
  <dcterms:created xsi:type="dcterms:W3CDTF">2026-06-13T04:05:36Z</dcterms:created>
  <dcterms:modified xsi:type="dcterms:W3CDTF">2026-06-13T05:54:09Z</dcterms:modified>
</cp:coreProperties>
</file>